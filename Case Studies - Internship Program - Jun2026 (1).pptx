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37" r:id="rId5"/>
  </p:sldMasterIdLst>
  <p:notesMasterIdLst>
    <p:notesMasterId r:id="rId13"/>
  </p:notesMasterIdLst>
  <p:sldIdLst>
    <p:sldId id="257" r:id="rId6"/>
    <p:sldId id="259" r:id="rId7"/>
    <p:sldId id="258" r:id="rId8"/>
    <p:sldId id="260" r:id="rId9"/>
    <p:sldId id="262" r:id="rId10"/>
    <p:sldId id="263"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C27734D-9684-07F3-D3F6-EE0EE86C7CEC}" v="163" dt="2026-06-09T13:38:18.683"/>
    <p1510:client id="{78E187FC-D5C6-8688-12E2-511D1B8B86FF}" v="2" dt="2026-06-09T17:10:14.9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1436B0-61CE-4D29-82C3-95CE763F6C73}" type="datetimeFigureOut">
              <a:rPr lang="en-US" smtClean="0"/>
              <a:t>6/9/2026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AED2B1-146B-4372-A3F6-4A42DA598308}" type="slidenum">
              <a:rPr lang="en-US" smtClean="0"/>
              <a:t>‹#›</a:t>
            </a:fld>
            <a:endParaRPr lang="en-US"/>
          </a:p>
        </p:txBody>
      </p:sp>
    </p:spTree>
    <p:extLst>
      <p:ext uri="{BB962C8B-B14F-4D97-AF65-F5344CB8AC3E}">
        <p14:creationId xmlns:p14="http://schemas.microsoft.com/office/powerpoint/2010/main" val="3691641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N^L201">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7D7BA1E-5D9D-7A4D-82BA-9B0F52D4DB4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54A7065-9FC4-5841-9695-8D3C9387822B}"/>
              </a:ext>
            </a:extLst>
          </p:cNvPr>
          <p:cNvSpPr>
            <a:spLocks noGrp="1"/>
          </p:cNvSpPr>
          <p:nvPr>
            <p:ph type="title" hasCustomPrompt="1"/>
          </p:nvPr>
        </p:nvSpPr>
        <p:spPr>
          <a:xfrm>
            <a:off x="1226820" y="2200061"/>
            <a:ext cx="7547505" cy="839684"/>
          </a:xfrm>
        </p:spPr>
        <p:txBody>
          <a:bodyPr/>
          <a:lstStyle>
            <a:lvl1pPr>
              <a:defRPr sz="3000">
                <a:solidFill>
                  <a:schemeClr val="bg1"/>
                </a:solidFill>
              </a:defRPr>
            </a:lvl1pPr>
          </a:lstStyle>
          <a:p>
            <a:r>
              <a:rPr lang="en-US"/>
              <a:t>Title slide:</a:t>
            </a:r>
            <a:br>
              <a:rPr lang="en-US"/>
            </a:br>
            <a:r>
              <a:rPr lang="en-US"/>
              <a:t>Click to enter title text.</a:t>
            </a:r>
            <a:br>
              <a:rPr lang="en-US"/>
            </a:br>
            <a:r>
              <a:rPr lang="en-US"/>
              <a:t>To create subtitle, unbold and change to 22pts</a:t>
            </a:r>
          </a:p>
        </p:txBody>
      </p:sp>
      <p:sp>
        <p:nvSpPr>
          <p:cNvPr id="11" name="Text Placeholder 15">
            <a:extLst>
              <a:ext uri="{FF2B5EF4-FFF2-40B4-BE49-F238E27FC236}">
                <a16:creationId xmlns:a16="http://schemas.microsoft.com/office/drawing/2014/main" id="{B446A265-D555-0340-88F2-7AA790E955C9}"/>
              </a:ext>
            </a:extLst>
          </p:cNvPr>
          <p:cNvSpPr>
            <a:spLocks noGrp="1"/>
          </p:cNvSpPr>
          <p:nvPr>
            <p:ph type="body" sz="quarter" idx="11" hasCustomPrompt="1"/>
          </p:nvPr>
        </p:nvSpPr>
        <p:spPr>
          <a:xfrm>
            <a:off x="1226820" y="4456113"/>
            <a:ext cx="4689793" cy="1304607"/>
          </a:xfrm>
        </p:spPr>
        <p:txBody>
          <a:bodyPr/>
          <a:lstStyle>
            <a:lvl1pPr>
              <a:lnSpc>
                <a:spcPct val="90000"/>
              </a:lnSpc>
              <a:spcAft>
                <a:spcPts val="0"/>
              </a:spcAft>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details (optional):</a:t>
            </a:r>
            <a:br>
              <a:rPr lang="en-US"/>
            </a:br>
            <a:r>
              <a:rPr lang="en-US"/>
              <a:t>Presenter’s name</a:t>
            </a:r>
            <a:br>
              <a:rPr lang="en-US"/>
            </a:br>
            <a:r>
              <a:rPr lang="en-US"/>
              <a:t>Date</a:t>
            </a:r>
            <a:br>
              <a:rPr lang="en-US"/>
            </a:br>
            <a:r>
              <a:rPr lang="en-US"/>
              <a:t>Etc.</a:t>
            </a:r>
          </a:p>
        </p:txBody>
      </p:sp>
      <p:pic>
        <p:nvPicPr>
          <p:cNvPr id="10" name="Picture 9">
            <a:extLst>
              <a:ext uri="{FF2B5EF4-FFF2-40B4-BE49-F238E27FC236}">
                <a16:creationId xmlns:a16="http://schemas.microsoft.com/office/drawing/2014/main" id="{EAB4F9E5-EDAF-4255-82E3-BACBEAEB3EA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58288" y="450525"/>
            <a:ext cx="2726659" cy="366784"/>
          </a:xfrm>
          <a:prstGeom prst="rect">
            <a:avLst/>
          </a:prstGeom>
        </p:spPr>
      </p:pic>
    </p:spTree>
    <p:extLst>
      <p:ext uri="{BB962C8B-B14F-4D97-AF65-F5344CB8AC3E}">
        <p14:creationId xmlns:p14="http://schemas.microsoft.com/office/powerpoint/2010/main" val="3877384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N^L22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0C51-7B5F-7949-9410-40F329FCD910}"/>
              </a:ext>
            </a:extLst>
          </p:cNvPr>
          <p:cNvSpPr>
            <a:spLocks noGrp="1"/>
          </p:cNvSpPr>
          <p:nvPr>
            <p:ph type="title" hasCustomPrompt="1"/>
          </p:nvPr>
        </p:nvSpPr>
        <p:spPr>
          <a:xfrm>
            <a:off x="300038" y="249341"/>
            <a:ext cx="10326398" cy="839684"/>
          </a:xfrm>
        </p:spPr>
        <p:txBody>
          <a:bodyPr/>
          <a:lstStyle>
            <a:lvl1pPr>
              <a:defRPr/>
            </a:lvl1pPr>
          </a:lstStyle>
          <a:p>
            <a:r>
              <a:rPr lang="en-US"/>
              <a:t>Click to enter title text.</a:t>
            </a:r>
            <a:br>
              <a:rPr lang="en-US"/>
            </a:br>
            <a:r>
              <a:rPr lang="en-US"/>
              <a:t>To create subtitle, unbold and change to 22pts</a:t>
            </a:r>
          </a:p>
        </p:txBody>
      </p:sp>
      <p:sp>
        <p:nvSpPr>
          <p:cNvPr id="6" name="Date Placeholder 5">
            <a:extLst>
              <a:ext uri="{FF2B5EF4-FFF2-40B4-BE49-F238E27FC236}">
                <a16:creationId xmlns:a16="http://schemas.microsoft.com/office/drawing/2014/main" id="{5A18E75B-407D-5F4C-A273-EF4D24742A33}"/>
              </a:ext>
            </a:extLst>
          </p:cNvPr>
          <p:cNvSpPr>
            <a:spLocks noGrp="1"/>
          </p:cNvSpPr>
          <p:nvPr>
            <p:ph type="dt" sz="half" idx="10"/>
          </p:nvPr>
        </p:nvSpPr>
        <p:spPr/>
        <p:txBody>
          <a:bodyPr/>
          <a:lstStyle/>
          <a:p>
            <a:fld id="{A9601B0E-FD02-4E13-803A-D1F35A4CA7D6}" type="datetime1">
              <a:rPr lang="en-US" smtClean="0"/>
              <a:t>6/9/2026</a:t>
            </a:fld>
            <a:endParaRPr lang="en-GB"/>
          </a:p>
        </p:txBody>
      </p:sp>
      <p:sp>
        <p:nvSpPr>
          <p:cNvPr id="7" name="Footer Placeholder 6">
            <a:extLst>
              <a:ext uri="{FF2B5EF4-FFF2-40B4-BE49-F238E27FC236}">
                <a16:creationId xmlns:a16="http://schemas.microsoft.com/office/drawing/2014/main" id="{FDDD17CA-1A87-AD4E-8C61-2DA4009C6A2B}"/>
              </a:ext>
            </a:extLst>
          </p:cNvPr>
          <p:cNvSpPr>
            <a:spLocks noGrp="1"/>
          </p:cNvSpPr>
          <p:nvPr>
            <p:ph type="ftr" sz="quarter" idx="11"/>
          </p:nvPr>
        </p:nvSpPr>
        <p:spPr/>
        <p:txBody>
          <a:bodyPr/>
          <a:lstStyle/>
          <a:p>
            <a:r>
              <a:rPr lang="en-GB"/>
              <a:t>Footer</a:t>
            </a:r>
          </a:p>
        </p:txBody>
      </p:sp>
      <p:sp>
        <p:nvSpPr>
          <p:cNvPr id="8" name="Slide Number Placeholder 7">
            <a:extLst>
              <a:ext uri="{FF2B5EF4-FFF2-40B4-BE49-F238E27FC236}">
                <a16:creationId xmlns:a16="http://schemas.microsoft.com/office/drawing/2014/main" id="{DA12BE62-04A6-BB4F-A648-FF8865DABBF3}"/>
              </a:ext>
            </a:extLst>
          </p:cNvPr>
          <p:cNvSpPr>
            <a:spLocks noGrp="1"/>
          </p:cNvSpPr>
          <p:nvPr>
            <p:ph type="sldNum" sz="quarter" idx="12"/>
          </p:nvPr>
        </p:nvSpPr>
        <p:spPr/>
        <p:txBody>
          <a:bodyPr/>
          <a:lstStyle/>
          <a:p>
            <a:fld id="{350E99F9-58F0-4AF2-A985-BDC45D75003F}" type="slidenum">
              <a:rPr lang="en-GB" smtClean="0"/>
              <a:pPr/>
              <a:t>‹#›</a:t>
            </a:fld>
            <a:endParaRPr lang="en-GB"/>
          </a:p>
        </p:txBody>
      </p:sp>
      <p:pic>
        <p:nvPicPr>
          <p:cNvPr id="10" name="SN^logo">
            <a:extLst>
              <a:ext uri="{FF2B5EF4-FFF2-40B4-BE49-F238E27FC236}">
                <a16:creationId xmlns:a16="http://schemas.microsoft.com/office/drawing/2014/main" id="{A15E1868-8491-4833-9816-95BD036D9B1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59747" y="327025"/>
            <a:ext cx="925200" cy="471600"/>
          </a:xfrm>
          <a:prstGeom prst="rect">
            <a:avLst/>
          </a:prstGeom>
        </p:spPr>
      </p:pic>
    </p:spTree>
    <p:extLst>
      <p:ext uri="{BB962C8B-B14F-4D97-AF65-F5344CB8AC3E}">
        <p14:creationId xmlns:p14="http://schemas.microsoft.com/office/powerpoint/2010/main" val="395408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N^L285">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5DE19C-0B55-49E6-9B38-90EDA3547240}"/>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4848" t="36740" r="5200" b="13168"/>
          <a:stretch/>
        </p:blipFill>
        <p:spPr>
          <a:xfrm>
            <a:off x="2870200" y="2997200"/>
            <a:ext cx="6451600" cy="863600"/>
          </a:xfrm>
          <a:prstGeom prst="rect">
            <a:avLst/>
          </a:prstGeom>
        </p:spPr>
      </p:pic>
      <p:pic>
        <p:nvPicPr>
          <p:cNvPr id="7" name="SN^logo">
            <a:extLst>
              <a:ext uri="{FF2B5EF4-FFF2-40B4-BE49-F238E27FC236}">
                <a16:creationId xmlns:a16="http://schemas.microsoft.com/office/drawing/2014/main" id="{96FC36DE-B014-40E7-952F-E5515EC0003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959747" y="327025"/>
            <a:ext cx="925200" cy="471600"/>
          </a:xfrm>
          <a:prstGeom prst="rect">
            <a:avLst/>
          </a:prstGeom>
        </p:spPr>
      </p:pic>
    </p:spTree>
    <p:extLst>
      <p:ext uri="{BB962C8B-B14F-4D97-AF65-F5344CB8AC3E}">
        <p14:creationId xmlns:p14="http://schemas.microsoft.com/office/powerpoint/2010/main" val="3832494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N^LB221">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60618B0E-EF1F-3D4E-ADE6-504151E3714F}"/>
              </a:ext>
            </a:extLst>
          </p:cNvPr>
          <p:cNvSpPr>
            <a:spLocks noGrp="1"/>
          </p:cNvSpPr>
          <p:nvPr>
            <p:ph type="title" hasCustomPrompt="1"/>
          </p:nvPr>
        </p:nvSpPr>
        <p:spPr>
          <a:xfrm>
            <a:off x="300038" y="249341"/>
            <a:ext cx="10323576" cy="839684"/>
          </a:xfrm>
        </p:spPr>
        <p:txBody>
          <a:bodyPr/>
          <a:lstStyle>
            <a:lvl1pPr>
              <a:defRPr/>
            </a:lvl1pPr>
          </a:lstStyle>
          <a:p>
            <a:r>
              <a:rPr lang="en-US"/>
              <a:t>Click to enter title text.</a:t>
            </a:r>
            <a:br>
              <a:rPr lang="en-US"/>
            </a:br>
            <a:r>
              <a:rPr lang="en-US"/>
              <a:t>To create subtitle, unbold and change to 22pts</a:t>
            </a:r>
          </a:p>
        </p:txBody>
      </p:sp>
      <p:sp>
        <p:nvSpPr>
          <p:cNvPr id="15" name="Content Placeholder 14">
            <a:extLst>
              <a:ext uri="{FF2B5EF4-FFF2-40B4-BE49-F238E27FC236}">
                <a16:creationId xmlns:a16="http://schemas.microsoft.com/office/drawing/2014/main" id="{FB9FA735-58DC-AC4D-91AA-B39987F82673}"/>
              </a:ext>
            </a:extLst>
          </p:cNvPr>
          <p:cNvSpPr>
            <a:spLocks noGrp="1"/>
          </p:cNvSpPr>
          <p:nvPr>
            <p:ph sz="quarter" idx="13" hasCustomPrompt="1"/>
          </p:nvPr>
        </p:nvSpPr>
        <p:spPr>
          <a:xfrm>
            <a:off x="300038" y="1628775"/>
            <a:ext cx="11591925" cy="4637088"/>
          </a:xfrm>
        </p:spPr>
        <p:txBody>
          <a:bodyPr/>
          <a:lstStyle>
            <a:lvl1pPr>
              <a:defRPr/>
            </a:lvl1pPr>
          </a:lstStyle>
          <a:p>
            <a:pPr lvl="0"/>
            <a:r>
              <a:rPr lang="en-US"/>
              <a:t>Click to enter text or click an icon to insert an object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AE9E0C00-CC55-9C4F-B88A-097674AA0EA2}"/>
              </a:ext>
            </a:extLst>
          </p:cNvPr>
          <p:cNvSpPr>
            <a:spLocks noGrp="1"/>
          </p:cNvSpPr>
          <p:nvPr>
            <p:ph type="dt" sz="half" idx="14"/>
          </p:nvPr>
        </p:nvSpPr>
        <p:spPr/>
        <p:txBody>
          <a:bodyPr/>
          <a:lstStyle/>
          <a:p>
            <a:fld id="{F1703361-6F65-454F-9631-823DECB4C27F}" type="datetime1">
              <a:rPr lang="en-US" smtClean="0"/>
              <a:t>6/9/2026</a:t>
            </a:fld>
            <a:endParaRPr lang="en-GB"/>
          </a:p>
        </p:txBody>
      </p:sp>
      <p:sp>
        <p:nvSpPr>
          <p:cNvPr id="9" name="Footer Placeholder 8">
            <a:extLst>
              <a:ext uri="{FF2B5EF4-FFF2-40B4-BE49-F238E27FC236}">
                <a16:creationId xmlns:a16="http://schemas.microsoft.com/office/drawing/2014/main" id="{1545E707-6AC6-D043-8C12-656C974E6EFE}"/>
              </a:ext>
            </a:extLst>
          </p:cNvPr>
          <p:cNvSpPr>
            <a:spLocks noGrp="1"/>
          </p:cNvSpPr>
          <p:nvPr>
            <p:ph type="ftr" sz="quarter" idx="15"/>
          </p:nvPr>
        </p:nvSpPr>
        <p:spPr/>
        <p:txBody>
          <a:bodyPr/>
          <a:lstStyle/>
          <a:p>
            <a:r>
              <a:rPr lang="en-GB"/>
              <a:t>Footer</a:t>
            </a:r>
          </a:p>
        </p:txBody>
      </p:sp>
      <p:sp>
        <p:nvSpPr>
          <p:cNvPr id="10" name="Slide Number Placeholder 9">
            <a:extLst>
              <a:ext uri="{FF2B5EF4-FFF2-40B4-BE49-F238E27FC236}">
                <a16:creationId xmlns:a16="http://schemas.microsoft.com/office/drawing/2014/main" id="{6C74F8F0-C860-D049-87D9-FA0DC9DE2CE2}"/>
              </a:ext>
            </a:extLst>
          </p:cNvPr>
          <p:cNvSpPr>
            <a:spLocks noGrp="1"/>
          </p:cNvSpPr>
          <p:nvPr>
            <p:ph type="sldNum" sz="quarter" idx="16"/>
          </p:nvPr>
        </p:nvSpPr>
        <p:spPr/>
        <p:txBody>
          <a:bodyPr/>
          <a:lstStyle/>
          <a:p>
            <a:fld id="{350E99F9-58F0-4AF2-A985-BDC45D75003F}" type="slidenum">
              <a:rPr lang="en-GB" smtClean="0"/>
              <a:pPr/>
              <a:t>‹#›</a:t>
            </a:fld>
            <a:endParaRPr lang="en-GB"/>
          </a:p>
        </p:txBody>
      </p:sp>
      <p:pic>
        <p:nvPicPr>
          <p:cNvPr id="12" name="SN^logo">
            <a:extLst>
              <a:ext uri="{FF2B5EF4-FFF2-40B4-BE49-F238E27FC236}">
                <a16:creationId xmlns:a16="http://schemas.microsoft.com/office/drawing/2014/main" id="{1834C1E6-AB2C-44BE-9659-FB17690F06E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959747" y="327025"/>
            <a:ext cx="925200" cy="471600"/>
          </a:xfrm>
          <a:prstGeom prst="rect">
            <a:avLst/>
          </a:prstGeom>
        </p:spPr>
      </p:pic>
    </p:spTree>
    <p:extLst>
      <p:ext uri="{BB962C8B-B14F-4D97-AF65-F5344CB8AC3E}">
        <p14:creationId xmlns:p14="http://schemas.microsoft.com/office/powerpoint/2010/main" val="3949275574"/>
      </p:ext>
    </p:extLst>
  </p:cSld>
  <p:clrMapOvr>
    <a:masterClrMapping/>
  </p:clrMapOvr>
  <p:extLst>
    <p:ext uri="{DCECCB84-F9BA-43D5-87BE-67443E8EF086}">
      <p15:sldGuideLst xmlns:p15="http://schemas.microsoft.com/office/powerpoint/2012/main">
        <p15:guide id="1" pos="189">
          <p15:clr>
            <a:srgbClr val="FBAE40"/>
          </p15:clr>
        </p15:guide>
        <p15:guide id="3" orient="horz" pos="155">
          <p15:clr>
            <a:srgbClr val="FBAE40"/>
          </p15:clr>
        </p15:guide>
        <p15:guide id="4" orient="horz" pos="1026">
          <p15:clr>
            <a:srgbClr val="FBAE40"/>
          </p15:clr>
        </p15:guide>
        <p15:guide id="5" orient="horz" pos="3947">
          <p15:clr>
            <a:srgbClr val="FBAE40"/>
          </p15:clr>
        </p15:guide>
        <p15:guide id="6" orient="horz" pos="686">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theme" Target="../theme/theme2.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7226E5-46C1-4322-BA36-39B713B9FB77}"/>
              </a:ext>
            </a:extLst>
          </p:cNvPr>
          <p:cNvSpPr>
            <a:spLocks noGrp="1"/>
          </p:cNvSpPr>
          <p:nvPr>
            <p:ph type="title"/>
          </p:nvPr>
        </p:nvSpPr>
        <p:spPr>
          <a:xfrm>
            <a:off x="300039" y="249341"/>
            <a:ext cx="9853895" cy="839684"/>
          </a:xfrm>
          <a:prstGeom prst="rect">
            <a:avLst/>
          </a:prstGeom>
        </p:spPr>
        <p:txBody>
          <a:bodyPr vert="horz" lIns="0" tIns="0" rIns="0" bIns="0" rtlCol="0" anchor="t" anchorCtr="0">
            <a:noAutofit/>
          </a:bodyPr>
          <a:lstStyle/>
          <a:p>
            <a:r>
              <a:rPr lang="en-GB" b="1">
                <a:solidFill>
                  <a:srgbClr val="FFAD1C"/>
                </a:solidFill>
                <a:effectLst/>
                <a:latin typeface="Verdana" panose="020B0604030504040204" pitchFamily="34" charset="0"/>
              </a:rPr>
              <a:t>Click to enter title text</a:t>
            </a:r>
            <a:br>
              <a:rPr lang="en-GB">
                <a:solidFill>
                  <a:srgbClr val="FFAD1C"/>
                </a:solidFill>
                <a:effectLst/>
                <a:latin typeface="Verdana" panose="020B0604030504040204" pitchFamily="34" charset="0"/>
              </a:rPr>
            </a:br>
            <a:r>
              <a:rPr lang="en-US" b="1">
                <a:solidFill>
                  <a:srgbClr val="FFAD1C"/>
                </a:solidFill>
                <a:effectLst/>
                <a:latin typeface="Verdana" panose="020B0604030504040204" pitchFamily="34" charset="0"/>
              </a:rPr>
              <a:t>To create subtitle, unbold and change to 22pts</a:t>
            </a:r>
            <a:endParaRPr lang="en-GB">
              <a:solidFill>
                <a:srgbClr val="FFAD1C"/>
              </a:solidFill>
              <a:effectLst/>
              <a:latin typeface="Verdana" panose="020B0604030504040204" pitchFamily="34" charset="0"/>
            </a:endParaRPr>
          </a:p>
        </p:txBody>
      </p:sp>
      <p:sp>
        <p:nvSpPr>
          <p:cNvPr id="3" name="Text Placeholder 2">
            <a:extLst>
              <a:ext uri="{FF2B5EF4-FFF2-40B4-BE49-F238E27FC236}">
                <a16:creationId xmlns:a16="http://schemas.microsoft.com/office/drawing/2014/main" id="{BD6FBC65-6741-415C-948E-AE2E20C5F4F6}"/>
              </a:ext>
            </a:extLst>
          </p:cNvPr>
          <p:cNvSpPr>
            <a:spLocks noGrp="1"/>
          </p:cNvSpPr>
          <p:nvPr>
            <p:ph type="body" idx="1"/>
          </p:nvPr>
        </p:nvSpPr>
        <p:spPr>
          <a:xfrm>
            <a:off x="300038" y="1627188"/>
            <a:ext cx="11591924" cy="4638675"/>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Nineth level</a:t>
            </a:r>
            <a:endParaRPr lang="en-GB"/>
          </a:p>
        </p:txBody>
      </p:sp>
      <p:sp>
        <p:nvSpPr>
          <p:cNvPr id="4" name="Date Placeholder 3">
            <a:extLst>
              <a:ext uri="{FF2B5EF4-FFF2-40B4-BE49-F238E27FC236}">
                <a16:creationId xmlns:a16="http://schemas.microsoft.com/office/drawing/2014/main" id="{4652509E-399E-4391-9663-4A3B66A2E3F7}"/>
              </a:ext>
            </a:extLst>
          </p:cNvPr>
          <p:cNvSpPr>
            <a:spLocks noGrp="1"/>
          </p:cNvSpPr>
          <p:nvPr>
            <p:ph type="dt" sz="half" idx="2"/>
          </p:nvPr>
        </p:nvSpPr>
        <p:spPr>
          <a:xfrm>
            <a:off x="10501313" y="6416176"/>
            <a:ext cx="790490" cy="150224"/>
          </a:xfrm>
          <a:prstGeom prst="rect">
            <a:avLst/>
          </a:prstGeom>
        </p:spPr>
        <p:txBody>
          <a:bodyPr vert="horz" lIns="0" tIns="0" rIns="0" bIns="0" rtlCol="0" anchor="t" anchorCtr="0"/>
          <a:lstStyle>
            <a:lvl1pPr algn="r">
              <a:defRPr sz="900">
                <a:solidFill>
                  <a:srgbClr val="404043"/>
                </a:solidFill>
              </a:defRPr>
            </a:lvl1pPr>
          </a:lstStyle>
          <a:p>
            <a:fld id="{E7C39869-C002-4D85-B571-C7AD86F1AB79}" type="datetime1">
              <a:rPr lang="en-US" smtClean="0"/>
              <a:pPr/>
              <a:t>6/9/2026</a:t>
            </a:fld>
            <a:endParaRPr lang="en-GB"/>
          </a:p>
        </p:txBody>
      </p:sp>
      <p:sp>
        <p:nvSpPr>
          <p:cNvPr id="5" name="Footer Placeholder 4">
            <a:extLst>
              <a:ext uri="{FF2B5EF4-FFF2-40B4-BE49-F238E27FC236}">
                <a16:creationId xmlns:a16="http://schemas.microsoft.com/office/drawing/2014/main" id="{9DE68647-B726-4A79-B03B-8DC3ADE578BD}"/>
              </a:ext>
            </a:extLst>
          </p:cNvPr>
          <p:cNvSpPr>
            <a:spLocks noGrp="1"/>
          </p:cNvSpPr>
          <p:nvPr>
            <p:ph type="ftr" sz="quarter" idx="3"/>
          </p:nvPr>
        </p:nvSpPr>
        <p:spPr>
          <a:xfrm>
            <a:off x="300038" y="6413546"/>
            <a:ext cx="9775032" cy="155484"/>
          </a:xfrm>
          <a:prstGeom prst="rect">
            <a:avLst/>
          </a:prstGeom>
        </p:spPr>
        <p:txBody>
          <a:bodyPr vert="horz" lIns="0" tIns="0" rIns="0" bIns="0" rtlCol="0" anchor="t" anchorCtr="0"/>
          <a:lstStyle>
            <a:lvl1pPr algn="l">
              <a:defRPr sz="900">
                <a:solidFill>
                  <a:srgbClr val="404043"/>
                </a:solidFill>
              </a:defRPr>
            </a:lvl1pPr>
          </a:lstStyle>
          <a:p>
            <a:r>
              <a:rPr lang="en-GB"/>
              <a:t>Footer</a:t>
            </a:r>
          </a:p>
        </p:txBody>
      </p:sp>
      <p:sp>
        <p:nvSpPr>
          <p:cNvPr id="6" name="Slide Number Placeholder 5">
            <a:extLst>
              <a:ext uri="{FF2B5EF4-FFF2-40B4-BE49-F238E27FC236}">
                <a16:creationId xmlns:a16="http://schemas.microsoft.com/office/drawing/2014/main" id="{644E1F10-1823-4A2D-B0EF-651020492713}"/>
              </a:ext>
            </a:extLst>
          </p:cNvPr>
          <p:cNvSpPr>
            <a:spLocks noGrp="1"/>
          </p:cNvSpPr>
          <p:nvPr>
            <p:ph type="sldNum" sz="quarter" idx="4"/>
          </p:nvPr>
        </p:nvSpPr>
        <p:spPr>
          <a:xfrm>
            <a:off x="11621996" y="6413546"/>
            <a:ext cx="269966" cy="155484"/>
          </a:xfrm>
          <a:prstGeom prst="rect">
            <a:avLst/>
          </a:prstGeom>
        </p:spPr>
        <p:txBody>
          <a:bodyPr vert="horz" lIns="0" tIns="0" rIns="0" bIns="0" rtlCol="0" anchor="t" anchorCtr="0"/>
          <a:lstStyle>
            <a:lvl1pPr algn="r">
              <a:defRPr sz="900">
                <a:solidFill>
                  <a:srgbClr val="404043"/>
                </a:solidFill>
              </a:defRPr>
            </a:lvl1pPr>
          </a:lstStyle>
          <a:p>
            <a:fld id="{350E99F9-58F0-4AF2-A985-BDC45D75003F}" type="slidenum">
              <a:rPr lang="en-GB" smtClean="0"/>
              <a:pPr/>
              <a:t>‹#›</a:t>
            </a:fld>
            <a:endParaRPr lang="en-GB"/>
          </a:p>
        </p:txBody>
      </p:sp>
      <p:sp>
        <p:nvSpPr>
          <p:cNvPr id="16" name="SN^Dev" hidden="1">
            <a:extLst>
              <a:ext uri="{FF2B5EF4-FFF2-40B4-BE49-F238E27FC236}">
                <a16:creationId xmlns:a16="http://schemas.microsoft.com/office/drawing/2014/main" id="{A6181A03-1099-4942-A945-C170389534BE}"/>
              </a:ext>
            </a:extLst>
          </p:cNvPr>
          <p:cNvSpPr txBox="1"/>
          <p:nvPr userDrawn="1"/>
        </p:nvSpPr>
        <p:spPr>
          <a:xfrm>
            <a:off x="-530942" y="1155700"/>
            <a:ext cx="2630129" cy="369332"/>
          </a:xfrm>
          <a:prstGeom prst="rect">
            <a:avLst/>
          </a:prstGeom>
          <a:solidFill>
            <a:srgbClr val="FFFF00"/>
          </a:solidFill>
        </p:spPr>
        <p:txBody>
          <a:bodyPr vert="horz" wrap="square" rtlCol="0">
            <a:spAutoFit/>
          </a:bodyPr>
          <a:lstStyle/>
          <a:p>
            <a:r>
              <a:rPr lang="en-US"/>
              <a:t>no</a:t>
            </a:r>
          </a:p>
        </p:txBody>
      </p:sp>
    </p:spTree>
    <p:extLst>
      <p:ext uri="{BB962C8B-B14F-4D97-AF65-F5344CB8AC3E}">
        <p14:creationId xmlns:p14="http://schemas.microsoft.com/office/powerpoint/2010/main" val="2459505684"/>
      </p:ext>
    </p:extLst>
  </p:cSld>
  <p:clrMap bg1="lt1" tx1="dk1" bg2="lt2" tx2="dk2" accent1="accent1" accent2="accent2" accent3="accent3" accent4="accent4" accent5="accent5" accent6="accent6" hlink="hlink" folHlink="folHlink"/>
  <p:sldLayoutIdLst>
    <p:sldLayoutId id="2147483662" r:id="rId1"/>
    <p:sldLayoutId id="2147483667" r:id="rId2"/>
    <p:sldLayoutId id="2147483707" r:id="rId3"/>
  </p:sldLayoutIdLst>
  <p:hf hdr="0"/>
  <p:txStyles>
    <p:titleStyle>
      <a:lvl1pPr algn="l" defTabSz="914400" rtl="0" eaLnBrk="1" latinLnBrk="0" hangingPunct="1">
        <a:lnSpc>
          <a:spcPct val="100000"/>
        </a:lnSpc>
        <a:spcBef>
          <a:spcPct val="0"/>
        </a:spcBef>
        <a:buNone/>
        <a:defRPr lang="en-GB" sz="2600" b="1" kern="1200" smtClean="0">
          <a:solidFill>
            <a:srgbClr val="FF9E18"/>
          </a:solidFill>
          <a:effectLst/>
          <a:latin typeface="+mj-lt"/>
          <a:ea typeface="+mj-ea"/>
          <a:cs typeface="+mj-cs"/>
        </a:defRPr>
      </a:lvl1pPr>
    </p:titleStyle>
    <p:bodyStyle>
      <a:lvl1pPr marL="0" indent="6350" algn="l" defTabSz="914400" rtl="0" eaLnBrk="1" latinLnBrk="0" hangingPunct="1">
        <a:lnSpc>
          <a:spcPct val="110000"/>
        </a:lnSpc>
        <a:spcBef>
          <a:spcPts val="0"/>
        </a:spcBef>
        <a:spcAft>
          <a:spcPts val="1200"/>
        </a:spcAft>
        <a:buFont typeface="Arial" panose="020B0604020202020204" pitchFamily="34" charset="0"/>
        <a:buNone/>
        <a:tabLst/>
        <a:defRPr lang="en-US" sz="1600" kern="1200" dirty="0">
          <a:solidFill>
            <a:srgbClr val="404043"/>
          </a:solidFill>
          <a:effectLst/>
          <a:latin typeface="Verdana" panose="020B0604030504040204" pitchFamily="34" charset="0"/>
          <a:ea typeface="+mn-ea"/>
          <a:cs typeface="+mn-cs"/>
        </a:defRPr>
      </a:lvl1pPr>
      <a:lvl2pPr marL="4763" marR="0" indent="0" algn="l" defTabSz="914400" rtl="0" eaLnBrk="1" fontAlgn="auto" latinLnBrk="0" hangingPunct="1">
        <a:lnSpc>
          <a:spcPct val="110000"/>
        </a:lnSpc>
        <a:spcBef>
          <a:spcPts val="0"/>
        </a:spcBef>
        <a:spcAft>
          <a:spcPts val="0"/>
        </a:spcAft>
        <a:buClrTx/>
        <a:buSzTx/>
        <a:buFont typeface="Arial" panose="020B0604020202020204" pitchFamily="34" charset="0"/>
        <a:buNone/>
        <a:tabLst/>
        <a:defRPr lang="en-GB" sz="1600" b="1" i="0" kern="1200" smtClean="0">
          <a:solidFill>
            <a:srgbClr val="FF9E18"/>
          </a:solidFill>
          <a:effectLst/>
          <a:latin typeface="Verdana" panose="020B0604030504040204" pitchFamily="34" charset="0"/>
          <a:ea typeface="Verdana" panose="020B0604030504040204" pitchFamily="34" charset="0"/>
          <a:cs typeface="Verdana" panose="020B0604030504040204" pitchFamily="34" charset="0"/>
        </a:defRPr>
      </a:lvl2pPr>
      <a:lvl3pPr marL="222250" marR="0" indent="-217488" algn="l" defTabSz="914400" rtl="0" eaLnBrk="1" fontAlgn="t" latinLnBrk="0" hangingPunct="1">
        <a:lnSpc>
          <a:spcPct val="110000"/>
        </a:lnSpc>
        <a:spcBef>
          <a:spcPts val="0"/>
        </a:spcBef>
        <a:spcAft>
          <a:spcPts val="600"/>
        </a:spcAft>
        <a:buClr>
          <a:srgbClr val="404043"/>
        </a:buClr>
        <a:buSzPct val="100000"/>
        <a:buFont typeface="Helvetica" pitchFamily="2" charset="0"/>
        <a:buChar char="•"/>
        <a:tabLst/>
        <a:defRPr lang="en-GB" sz="1600" kern="1200" dirty="0" smtClean="0">
          <a:solidFill>
            <a:srgbClr val="404043"/>
          </a:solidFill>
          <a:effectLst/>
          <a:latin typeface="Verdana" panose="020B0604030504040204" pitchFamily="34" charset="0"/>
          <a:ea typeface="+mn-ea"/>
          <a:cs typeface="+mn-cs"/>
        </a:defRPr>
      </a:lvl3pPr>
      <a:lvl4pPr marL="444500" marR="0" indent="-206375" algn="l" defTabSz="914400" rtl="0" eaLnBrk="1" fontAlgn="auto" latinLnBrk="0" hangingPunct="1">
        <a:lnSpc>
          <a:spcPct val="110000"/>
        </a:lnSpc>
        <a:spcBef>
          <a:spcPts val="0"/>
        </a:spcBef>
        <a:spcAft>
          <a:spcPts val="300"/>
        </a:spcAft>
        <a:buClr>
          <a:srgbClr val="404043"/>
        </a:buClr>
        <a:buSzPct val="110000"/>
        <a:buFont typeface="Arial" panose="020B0604020202020204" pitchFamily="34" charset="0"/>
        <a:buChar char="•"/>
        <a:tabLst/>
        <a:defRPr lang="en-GB" sz="1400" kern="1200" dirty="0" smtClean="0">
          <a:solidFill>
            <a:srgbClr val="404043"/>
          </a:solidFill>
          <a:effectLst/>
          <a:latin typeface="+mn-lt"/>
          <a:ea typeface="+mn-ea"/>
          <a:cs typeface="+mn-cs"/>
        </a:defRPr>
      </a:lvl4pPr>
      <a:lvl5pPr marL="615950" marR="0" indent="-160338" algn="l" defTabSz="914400" rtl="0" eaLnBrk="1" fontAlgn="auto" latinLnBrk="0" hangingPunct="1">
        <a:lnSpc>
          <a:spcPct val="110000"/>
        </a:lnSpc>
        <a:spcBef>
          <a:spcPts val="300"/>
        </a:spcBef>
        <a:spcAft>
          <a:spcPts val="0"/>
        </a:spcAft>
        <a:buClr>
          <a:srgbClr val="404043"/>
        </a:buClr>
        <a:buSzTx/>
        <a:buFont typeface="Arial" panose="020B0604020202020204" pitchFamily="34" charset="0"/>
        <a:buChar char="•"/>
        <a:tabLst/>
        <a:defRPr lang="en-GB" sz="1200" kern="1200" dirty="0" smtClean="0">
          <a:solidFill>
            <a:srgbClr val="404043"/>
          </a:solidFill>
          <a:effectLst/>
          <a:latin typeface="+mn-lt"/>
          <a:ea typeface="+mn-ea"/>
          <a:cs typeface="+mn-cs"/>
        </a:defRPr>
      </a:lvl5pPr>
      <a:lvl6pPr marL="804863" marR="0" indent="-163513" algn="l" defTabSz="914400" rtl="0" eaLnBrk="1" fontAlgn="auto" latinLnBrk="0" hangingPunct="1">
        <a:lnSpc>
          <a:spcPct val="90000"/>
        </a:lnSpc>
        <a:spcBef>
          <a:spcPts val="500"/>
        </a:spcBef>
        <a:spcAft>
          <a:spcPts val="0"/>
        </a:spcAft>
        <a:buClr>
          <a:srgbClr val="404043"/>
        </a:buClr>
        <a:buSzTx/>
        <a:buFont typeface="Arial" panose="020B0604020202020204" pitchFamily="34" charset="0"/>
        <a:buChar char="•"/>
        <a:tabLst/>
        <a:defRPr lang="en-GB" sz="1200" kern="1200" smtClean="0">
          <a:solidFill>
            <a:srgbClr val="404043"/>
          </a:solidFill>
          <a:effectLst/>
          <a:latin typeface="+mn-lt"/>
          <a:ea typeface="+mn-ea"/>
          <a:cs typeface="+mn-cs"/>
        </a:defRPr>
      </a:lvl6pPr>
      <a:lvl7pPr marL="968375" indent="-163513" algn="l" defTabSz="914400" rtl="0" eaLnBrk="1" latinLnBrk="0" hangingPunct="1">
        <a:lnSpc>
          <a:spcPct val="90000"/>
        </a:lnSpc>
        <a:spcBef>
          <a:spcPts val="500"/>
        </a:spcBef>
        <a:buClr>
          <a:srgbClr val="404043"/>
        </a:buClr>
        <a:buFont typeface="Arial" panose="020B0604020202020204" pitchFamily="34" charset="0"/>
        <a:buChar char="•"/>
        <a:defRPr sz="1200" kern="1200">
          <a:solidFill>
            <a:srgbClr val="404043"/>
          </a:solidFill>
          <a:latin typeface="+mn-lt"/>
          <a:ea typeface="+mn-ea"/>
          <a:cs typeface="+mn-cs"/>
        </a:defRPr>
      </a:lvl7pPr>
      <a:lvl8pPr marL="1146175" indent="-163513" algn="l" defTabSz="914400" rtl="0" eaLnBrk="1" latinLnBrk="0" hangingPunct="1">
        <a:lnSpc>
          <a:spcPct val="90000"/>
        </a:lnSpc>
        <a:spcBef>
          <a:spcPts val="500"/>
        </a:spcBef>
        <a:buClr>
          <a:srgbClr val="404043"/>
        </a:buClr>
        <a:buFont typeface="Arial" panose="020B0604020202020204" pitchFamily="34" charset="0"/>
        <a:buChar char="•"/>
        <a:defRPr sz="1200" kern="1200">
          <a:solidFill>
            <a:srgbClr val="404043"/>
          </a:solidFill>
          <a:latin typeface="+mn-lt"/>
          <a:ea typeface="+mn-ea"/>
          <a:cs typeface="+mn-cs"/>
        </a:defRPr>
      </a:lvl8pPr>
      <a:lvl9pPr marL="1309688" indent="-163513" algn="l" defTabSz="914400" rtl="0" eaLnBrk="1" latinLnBrk="0" hangingPunct="1">
        <a:lnSpc>
          <a:spcPct val="90000"/>
        </a:lnSpc>
        <a:spcBef>
          <a:spcPts val="500"/>
        </a:spcBef>
        <a:buClr>
          <a:srgbClr val="404043"/>
        </a:buClr>
        <a:buFont typeface="Arial" panose="020B0604020202020204" pitchFamily="34" charset="0"/>
        <a:buChar char="•"/>
        <a:defRPr sz="1200" kern="1200">
          <a:solidFill>
            <a:srgbClr val="404043"/>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orient="horz" pos="3947">
          <p15:clr>
            <a:srgbClr val="F26B43"/>
          </p15:clr>
        </p15:guide>
        <p15:guide id="7" pos="7491">
          <p15:clr>
            <a:srgbClr val="F26B43"/>
          </p15:clr>
        </p15:guide>
        <p15:guide id="8" orient="horz" pos="14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7226E5-46C1-4322-BA36-39B713B9FB77}"/>
              </a:ext>
            </a:extLst>
          </p:cNvPr>
          <p:cNvSpPr>
            <a:spLocks noGrp="1"/>
          </p:cNvSpPr>
          <p:nvPr>
            <p:ph type="title"/>
          </p:nvPr>
        </p:nvSpPr>
        <p:spPr>
          <a:xfrm>
            <a:off x="300039" y="249341"/>
            <a:ext cx="9853895" cy="839684"/>
          </a:xfrm>
          <a:prstGeom prst="rect">
            <a:avLst/>
          </a:prstGeom>
        </p:spPr>
        <p:txBody>
          <a:bodyPr vert="horz" lIns="0" tIns="0" rIns="0" bIns="0" rtlCol="0" anchor="t" anchorCtr="0">
            <a:noAutofit/>
          </a:bodyPr>
          <a:lstStyle/>
          <a:p>
            <a:r>
              <a:rPr lang="en-GB" b="1">
                <a:solidFill>
                  <a:srgbClr val="FFAD1C"/>
                </a:solidFill>
                <a:effectLst/>
                <a:latin typeface="Verdana" panose="020B0604030504040204" pitchFamily="34" charset="0"/>
              </a:rPr>
              <a:t>Click to enter title text</a:t>
            </a:r>
            <a:br>
              <a:rPr lang="en-GB">
                <a:solidFill>
                  <a:srgbClr val="FFAD1C"/>
                </a:solidFill>
                <a:effectLst/>
                <a:latin typeface="Verdana" panose="020B0604030504040204" pitchFamily="34" charset="0"/>
              </a:rPr>
            </a:br>
            <a:r>
              <a:rPr lang="en-US" b="1">
                <a:solidFill>
                  <a:srgbClr val="FFAD1C"/>
                </a:solidFill>
                <a:effectLst/>
                <a:latin typeface="Verdana" panose="020B0604030504040204" pitchFamily="34" charset="0"/>
              </a:rPr>
              <a:t>To create subtitle, unbold and change to 22pts</a:t>
            </a:r>
            <a:endParaRPr lang="en-GB">
              <a:solidFill>
                <a:srgbClr val="FFAD1C"/>
              </a:solidFill>
              <a:effectLst/>
              <a:latin typeface="Verdana" panose="020B0604030504040204" pitchFamily="34" charset="0"/>
            </a:endParaRPr>
          </a:p>
        </p:txBody>
      </p:sp>
      <p:sp>
        <p:nvSpPr>
          <p:cNvPr id="3" name="Text Placeholder 2">
            <a:extLst>
              <a:ext uri="{FF2B5EF4-FFF2-40B4-BE49-F238E27FC236}">
                <a16:creationId xmlns:a16="http://schemas.microsoft.com/office/drawing/2014/main" id="{BD6FBC65-6741-415C-948E-AE2E20C5F4F6}"/>
              </a:ext>
            </a:extLst>
          </p:cNvPr>
          <p:cNvSpPr>
            <a:spLocks noGrp="1"/>
          </p:cNvSpPr>
          <p:nvPr>
            <p:ph type="body" idx="1"/>
          </p:nvPr>
        </p:nvSpPr>
        <p:spPr>
          <a:xfrm>
            <a:off x="300038" y="1627188"/>
            <a:ext cx="11591924" cy="4638675"/>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Nineth level</a:t>
            </a:r>
            <a:endParaRPr lang="en-GB"/>
          </a:p>
        </p:txBody>
      </p:sp>
      <p:sp>
        <p:nvSpPr>
          <p:cNvPr id="4" name="Date Placeholder 3">
            <a:extLst>
              <a:ext uri="{FF2B5EF4-FFF2-40B4-BE49-F238E27FC236}">
                <a16:creationId xmlns:a16="http://schemas.microsoft.com/office/drawing/2014/main" id="{4652509E-399E-4391-9663-4A3B66A2E3F7}"/>
              </a:ext>
            </a:extLst>
          </p:cNvPr>
          <p:cNvSpPr>
            <a:spLocks noGrp="1"/>
          </p:cNvSpPr>
          <p:nvPr>
            <p:ph type="dt" sz="half" idx="2"/>
          </p:nvPr>
        </p:nvSpPr>
        <p:spPr>
          <a:xfrm>
            <a:off x="10501313" y="6416176"/>
            <a:ext cx="790490" cy="150224"/>
          </a:xfrm>
          <a:prstGeom prst="rect">
            <a:avLst/>
          </a:prstGeom>
        </p:spPr>
        <p:txBody>
          <a:bodyPr vert="horz" lIns="0" tIns="0" rIns="0" bIns="0" rtlCol="0" anchor="t" anchorCtr="0"/>
          <a:lstStyle>
            <a:lvl1pPr algn="r">
              <a:defRPr sz="900">
                <a:solidFill>
                  <a:srgbClr val="404043"/>
                </a:solidFill>
              </a:defRPr>
            </a:lvl1pPr>
          </a:lstStyle>
          <a:p>
            <a:fld id="{E7C39869-C002-4D85-B571-C7AD86F1AB79}" type="datetime1">
              <a:rPr lang="en-US" smtClean="0"/>
              <a:pPr/>
              <a:t>6/9/2026</a:t>
            </a:fld>
            <a:endParaRPr lang="en-GB"/>
          </a:p>
        </p:txBody>
      </p:sp>
      <p:sp>
        <p:nvSpPr>
          <p:cNvPr id="5" name="Footer Placeholder 4">
            <a:extLst>
              <a:ext uri="{FF2B5EF4-FFF2-40B4-BE49-F238E27FC236}">
                <a16:creationId xmlns:a16="http://schemas.microsoft.com/office/drawing/2014/main" id="{9DE68647-B726-4A79-B03B-8DC3ADE578BD}"/>
              </a:ext>
            </a:extLst>
          </p:cNvPr>
          <p:cNvSpPr>
            <a:spLocks noGrp="1"/>
          </p:cNvSpPr>
          <p:nvPr>
            <p:ph type="ftr" sz="quarter" idx="3"/>
          </p:nvPr>
        </p:nvSpPr>
        <p:spPr>
          <a:xfrm>
            <a:off x="300038" y="6413546"/>
            <a:ext cx="9775032" cy="155484"/>
          </a:xfrm>
          <a:prstGeom prst="rect">
            <a:avLst/>
          </a:prstGeom>
        </p:spPr>
        <p:txBody>
          <a:bodyPr vert="horz" lIns="0" tIns="0" rIns="0" bIns="0" rtlCol="0" anchor="t" anchorCtr="0"/>
          <a:lstStyle>
            <a:lvl1pPr algn="l">
              <a:defRPr sz="900">
                <a:solidFill>
                  <a:srgbClr val="404043"/>
                </a:solidFill>
              </a:defRPr>
            </a:lvl1pPr>
          </a:lstStyle>
          <a:p>
            <a:r>
              <a:rPr lang="en-GB"/>
              <a:t>Footer</a:t>
            </a:r>
          </a:p>
        </p:txBody>
      </p:sp>
      <p:sp>
        <p:nvSpPr>
          <p:cNvPr id="6" name="Slide Number Placeholder 5">
            <a:extLst>
              <a:ext uri="{FF2B5EF4-FFF2-40B4-BE49-F238E27FC236}">
                <a16:creationId xmlns:a16="http://schemas.microsoft.com/office/drawing/2014/main" id="{644E1F10-1823-4A2D-B0EF-651020492713}"/>
              </a:ext>
            </a:extLst>
          </p:cNvPr>
          <p:cNvSpPr>
            <a:spLocks noGrp="1"/>
          </p:cNvSpPr>
          <p:nvPr>
            <p:ph type="sldNum" sz="quarter" idx="4"/>
          </p:nvPr>
        </p:nvSpPr>
        <p:spPr>
          <a:xfrm>
            <a:off x="11621996" y="6413546"/>
            <a:ext cx="269966" cy="155484"/>
          </a:xfrm>
          <a:prstGeom prst="rect">
            <a:avLst/>
          </a:prstGeom>
        </p:spPr>
        <p:txBody>
          <a:bodyPr vert="horz" lIns="0" tIns="0" rIns="0" bIns="0" rtlCol="0" anchor="t" anchorCtr="0"/>
          <a:lstStyle>
            <a:lvl1pPr algn="r">
              <a:defRPr sz="900">
                <a:solidFill>
                  <a:srgbClr val="404043"/>
                </a:solidFill>
              </a:defRPr>
            </a:lvl1pPr>
          </a:lstStyle>
          <a:p>
            <a:fld id="{350E99F9-58F0-4AF2-A985-BDC45D75003F}" type="slidenum">
              <a:rPr lang="en-GB" smtClean="0"/>
              <a:pPr/>
              <a:t>‹#›</a:t>
            </a:fld>
            <a:endParaRPr lang="en-GB"/>
          </a:p>
        </p:txBody>
      </p:sp>
      <p:sp>
        <p:nvSpPr>
          <p:cNvPr id="16" name="SN^Dev" hidden="1">
            <a:extLst>
              <a:ext uri="{FF2B5EF4-FFF2-40B4-BE49-F238E27FC236}">
                <a16:creationId xmlns:a16="http://schemas.microsoft.com/office/drawing/2014/main" id="{A6181A03-1099-4942-A945-C170389534BE}"/>
              </a:ext>
            </a:extLst>
          </p:cNvPr>
          <p:cNvSpPr txBox="1"/>
          <p:nvPr userDrawn="1"/>
        </p:nvSpPr>
        <p:spPr>
          <a:xfrm>
            <a:off x="0" y="1155700"/>
            <a:ext cx="2630129" cy="369332"/>
          </a:xfrm>
          <a:prstGeom prst="rect">
            <a:avLst/>
          </a:prstGeom>
          <a:solidFill>
            <a:srgbClr val="FFFF00"/>
          </a:solidFill>
        </p:spPr>
        <p:txBody>
          <a:bodyPr vert="horz" wrap="square" rtlCol="0">
            <a:spAutoFit/>
          </a:bodyPr>
          <a:lstStyle/>
          <a:p>
            <a:r>
              <a:rPr lang="en-US"/>
              <a:t>no</a:t>
            </a:r>
          </a:p>
        </p:txBody>
      </p:sp>
    </p:spTree>
    <p:extLst>
      <p:ext uri="{BB962C8B-B14F-4D97-AF65-F5344CB8AC3E}">
        <p14:creationId xmlns:p14="http://schemas.microsoft.com/office/powerpoint/2010/main" val="615422587"/>
      </p:ext>
    </p:extLst>
  </p:cSld>
  <p:clrMap bg1="lt1" tx1="dk1" bg2="lt2" tx2="dk2" accent1="accent1" accent2="accent2" accent3="accent3" accent4="accent4" accent5="accent5" accent6="accent6" hlink="hlink" folHlink="folHlink"/>
  <p:sldLayoutIdLst>
    <p:sldLayoutId id="2147483767" r:id="rId1"/>
  </p:sldLayoutIdLst>
  <p:hf hdr="0"/>
  <p:txStyles>
    <p:titleStyle>
      <a:lvl1pPr algn="l" defTabSz="914400" rtl="0" eaLnBrk="1" latinLnBrk="0" hangingPunct="1">
        <a:lnSpc>
          <a:spcPct val="100000"/>
        </a:lnSpc>
        <a:spcBef>
          <a:spcPct val="0"/>
        </a:spcBef>
        <a:buNone/>
        <a:defRPr lang="en-GB" sz="2600" b="1" kern="1200" smtClean="0">
          <a:solidFill>
            <a:srgbClr val="FF9E18"/>
          </a:solidFill>
          <a:effectLst/>
          <a:latin typeface="+mj-lt"/>
          <a:ea typeface="+mj-ea"/>
          <a:cs typeface="+mj-cs"/>
        </a:defRPr>
      </a:lvl1pPr>
    </p:titleStyle>
    <p:bodyStyle>
      <a:lvl1pPr marL="0" indent="6350" algn="l" defTabSz="914400" rtl="0" eaLnBrk="1" latinLnBrk="0" hangingPunct="1">
        <a:lnSpc>
          <a:spcPct val="100000"/>
        </a:lnSpc>
        <a:spcBef>
          <a:spcPts val="0"/>
        </a:spcBef>
        <a:spcAft>
          <a:spcPts val="900"/>
        </a:spcAft>
        <a:buFont typeface="Arial" panose="020B0604020202020204" pitchFamily="34" charset="0"/>
        <a:buNone/>
        <a:tabLst/>
        <a:defRPr lang="en-US" sz="1600" kern="1200" dirty="0">
          <a:solidFill>
            <a:srgbClr val="404043"/>
          </a:solidFill>
          <a:effectLst/>
          <a:latin typeface="Verdana" panose="020B0604030504040204" pitchFamily="34" charset="0"/>
          <a:ea typeface="+mn-ea"/>
          <a:cs typeface="+mn-cs"/>
        </a:defRPr>
      </a:lvl1pPr>
      <a:lvl2pPr marL="4763" marR="0" indent="0" algn="l" defTabSz="914400" rtl="0" eaLnBrk="1" fontAlgn="auto" latinLnBrk="0" hangingPunct="1">
        <a:lnSpc>
          <a:spcPct val="100000"/>
        </a:lnSpc>
        <a:spcBef>
          <a:spcPts val="0"/>
        </a:spcBef>
        <a:spcAft>
          <a:spcPts val="900"/>
        </a:spcAft>
        <a:buClrTx/>
        <a:buSzTx/>
        <a:buFont typeface="Arial" panose="020B0604020202020204" pitchFamily="34" charset="0"/>
        <a:buNone/>
        <a:tabLst/>
        <a:defRPr lang="en-GB" sz="1600" b="1" i="0" kern="1200" smtClean="0">
          <a:solidFill>
            <a:srgbClr val="FF9E18"/>
          </a:solidFill>
          <a:effectLst/>
          <a:latin typeface="Verdana" panose="020B0604030504040204" pitchFamily="34" charset="0"/>
          <a:ea typeface="Verdana" panose="020B0604030504040204" pitchFamily="34" charset="0"/>
          <a:cs typeface="Verdana" panose="020B0604030504040204" pitchFamily="34" charset="0"/>
        </a:defRPr>
      </a:lvl2pPr>
      <a:lvl3pPr marL="222250" marR="0" indent="-217488" algn="l" defTabSz="914400" rtl="0" eaLnBrk="1" fontAlgn="t" latinLnBrk="0" hangingPunct="1">
        <a:lnSpc>
          <a:spcPct val="100000"/>
        </a:lnSpc>
        <a:spcBef>
          <a:spcPts val="0"/>
        </a:spcBef>
        <a:spcAft>
          <a:spcPts val="900"/>
        </a:spcAft>
        <a:buClr>
          <a:srgbClr val="404043"/>
        </a:buClr>
        <a:buSzPct val="110000"/>
        <a:buFontTx/>
        <a:buBlip>
          <a:blip r:embed="rId3"/>
        </a:buBlip>
        <a:tabLst/>
        <a:defRPr lang="en-GB" sz="1600" kern="1200" dirty="0" smtClean="0">
          <a:solidFill>
            <a:srgbClr val="404043"/>
          </a:solidFill>
          <a:effectLst/>
          <a:latin typeface="Verdana" panose="020B0604030504040204" pitchFamily="34" charset="0"/>
          <a:ea typeface="+mn-ea"/>
          <a:cs typeface="+mn-cs"/>
        </a:defRPr>
      </a:lvl3pPr>
      <a:lvl4pPr marL="444500" marR="0" indent="-206375" algn="l" defTabSz="914400" rtl="0" eaLnBrk="1" fontAlgn="auto" latinLnBrk="0" hangingPunct="1">
        <a:lnSpc>
          <a:spcPct val="100000"/>
        </a:lnSpc>
        <a:spcBef>
          <a:spcPts val="0"/>
        </a:spcBef>
        <a:spcAft>
          <a:spcPts val="900"/>
        </a:spcAft>
        <a:buClr>
          <a:srgbClr val="404043"/>
        </a:buClr>
        <a:buSzPct val="110000"/>
        <a:buFont typeface="Arial" panose="020B0604020202020204" pitchFamily="34" charset="0"/>
        <a:buChar char="•"/>
        <a:tabLst/>
        <a:defRPr lang="en-GB" sz="1400" kern="1200" dirty="0" smtClean="0">
          <a:solidFill>
            <a:srgbClr val="404043"/>
          </a:solidFill>
          <a:effectLst/>
          <a:latin typeface="+mn-lt"/>
          <a:ea typeface="+mn-ea"/>
          <a:cs typeface="+mn-cs"/>
        </a:defRPr>
      </a:lvl4pPr>
      <a:lvl5pPr marL="615950" marR="0" indent="-160338" algn="l" defTabSz="914400" rtl="0" eaLnBrk="1" fontAlgn="auto" latinLnBrk="0" hangingPunct="1">
        <a:lnSpc>
          <a:spcPct val="100000"/>
        </a:lnSpc>
        <a:spcBef>
          <a:spcPts val="0"/>
        </a:spcBef>
        <a:spcAft>
          <a:spcPts val="900"/>
        </a:spcAft>
        <a:buClr>
          <a:srgbClr val="404043"/>
        </a:buClr>
        <a:buSzTx/>
        <a:buFont typeface="Arial" panose="020B0604020202020204" pitchFamily="34" charset="0"/>
        <a:buChar char="•"/>
        <a:tabLst/>
        <a:defRPr lang="en-GB" sz="1200" kern="1200" dirty="0" smtClean="0">
          <a:solidFill>
            <a:srgbClr val="404043"/>
          </a:solidFill>
          <a:effectLst/>
          <a:latin typeface="+mn-lt"/>
          <a:ea typeface="+mn-ea"/>
          <a:cs typeface="+mn-cs"/>
        </a:defRPr>
      </a:lvl5pPr>
      <a:lvl6pPr marL="804863" marR="0" indent="-163513" algn="l" defTabSz="914400" rtl="0" eaLnBrk="1" fontAlgn="auto" latinLnBrk="0" hangingPunct="1">
        <a:lnSpc>
          <a:spcPct val="100000"/>
        </a:lnSpc>
        <a:spcBef>
          <a:spcPts val="0"/>
        </a:spcBef>
        <a:spcAft>
          <a:spcPts val="900"/>
        </a:spcAft>
        <a:buClr>
          <a:srgbClr val="404043"/>
        </a:buClr>
        <a:buSzTx/>
        <a:buFont typeface="Arial" panose="020B0604020202020204" pitchFamily="34" charset="0"/>
        <a:buChar char="•"/>
        <a:tabLst/>
        <a:defRPr lang="en-GB" sz="1200" kern="1200" smtClean="0">
          <a:solidFill>
            <a:srgbClr val="404043"/>
          </a:solidFill>
          <a:effectLst/>
          <a:latin typeface="+mn-lt"/>
          <a:ea typeface="+mn-ea"/>
          <a:cs typeface="+mn-cs"/>
        </a:defRPr>
      </a:lvl6pPr>
      <a:lvl7pPr marL="968375" indent="-163513" algn="l" defTabSz="914400" rtl="0" eaLnBrk="1" latinLnBrk="0" hangingPunct="1">
        <a:lnSpc>
          <a:spcPct val="100000"/>
        </a:lnSpc>
        <a:spcBef>
          <a:spcPts val="0"/>
        </a:spcBef>
        <a:spcAft>
          <a:spcPts val="900"/>
        </a:spcAft>
        <a:buClr>
          <a:srgbClr val="404043"/>
        </a:buClr>
        <a:buFont typeface="Arial" panose="020B0604020202020204" pitchFamily="34" charset="0"/>
        <a:buChar char="•"/>
        <a:defRPr sz="1200" kern="1200">
          <a:solidFill>
            <a:srgbClr val="404043"/>
          </a:solidFill>
          <a:latin typeface="+mn-lt"/>
          <a:ea typeface="+mn-ea"/>
          <a:cs typeface="+mn-cs"/>
        </a:defRPr>
      </a:lvl7pPr>
      <a:lvl8pPr marL="1146175" indent="-163513" algn="l" defTabSz="914400" rtl="0" eaLnBrk="1" latinLnBrk="0" hangingPunct="1">
        <a:lnSpc>
          <a:spcPct val="100000"/>
        </a:lnSpc>
        <a:spcBef>
          <a:spcPts val="0"/>
        </a:spcBef>
        <a:spcAft>
          <a:spcPts val="900"/>
        </a:spcAft>
        <a:buClr>
          <a:srgbClr val="404043"/>
        </a:buClr>
        <a:buFont typeface="Arial" panose="020B0604020202020204" pitchFamily="34" charset="0"/>
        <a:buChar char="•"/>
        <a:defRPr sz="1200" kern="1200">
          <a:solidFill>
            <a:srgbClr val="404043"/>
          </a:solidFill>
          <a:latin typeface="+mn-lt"/>
          <a:ea typeface="+mn-ea"/>
          <a:cs typeface="+mn-cs"/>
        </a:defRPr>
      </a:lvl8pPr>
      <a:lvl9pPr marL="1309688" indent="-163513" algn="l" defTabSz="914400" rtl="0" eaLnBrk="1" latinLnBrk="0" hangingPunct="1">
        <a:lnSpc>
          <a:spcPct val="100000"/>
        </a:lnSpc>
        <a:spcBef>
          <a:spcPts val="0"/>
        </a:spcBef>
        <a:spcAft>
          <a:spcPts val="900"/>
        </a:spcAft>
        <a:buClr>
          <a:srgbClr val="404043"/>
        </a:buClr>
        <a:buFont typeface="Arial" panose="020B0604020202020204" pitchFamily="34" charset="0"/>
        <a:buChar char="•"/>
        <a:defRPr sz="1200" kern="1200">
          <a:solidFill>
            <a:srgbClr val="404043"/>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9">
          <p15:clr>
            <a:srgbClr val="F26B43"/>
          </p15:clr>
        </p15:guide>
        <p15:guide id="2" orient="horz" pos="3947">
          <p15:clr>
            <a:srgbClr val="F26B43"/>
          </p15:clr>
        </p15:guide>
        <p15:guide id="7" pos="7491">
          <p15:clr>
            <a:srgbClr val="F26B43"/>
          </p15:clr>
        </p15:guide>
        <p15:guide id="8" orient="horz" pos="14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05922-E8D4-42AF-9F7B-B6D3F083B566}"/>
              </a:ext>
            </a:extLst>
          </p:cNvPr>
          <p:cNvSpPr>
            <a:spLocks noGrp="1"/>
          </p:cNvSpPr>
          <p:nvPr>
            <p:ph type="title"/>
          </p:nvPr>
        </p:nvSpPr>
        <p:spPr/>
        <p:txBody>
          <a:bodyPr/>
          <a:lstStyle/>
          <a:p>
            <a:r>
              <a:rPr lang="en-US"/>
              <a:t>Case Studies: Internship Program</a:t>
            </a:r>
            <a:br>
              <a:rPr lang="en-US"/>
            </a:br>
            <a:endParaRPr lang="en-US"/>
          </a:p>
        </p:txBody>
      </p:sp>
      <p:sp>
        <p:nvSpPr>
          <p:cNvPr id="3" name="Text Placeholder 2">
            <a:extLst>
              <a:ext uri="{FF2B5EF4-FFF2-40B4-BE49-F238E27FC236}">
                <a16:creationId xmlns:a16="http://schemas.microsoft.com/office/drawing/2014/main" id="{4CD10315-6C6D-431F-8CAE-8149FF6AACFE}"/>
              </a:ext>
            </a:extLst>
          </p:cNvPr>
          <p:cNvSpPr>
            <a:spLocks noGrp="1"/>
          </p:cNvSpPr>
          <p:nvPr>
            <p:ph type="body" sz="quarter" idx="11"/>
          </p:nvPr>
        </p:nvSpPr>
        <p:spPr/>
        <p:txBody>
          <a:bodyPr vert="horz" lIns="0" tIns="0" rIns="0" bIns="0" rtlCol="0" anchor="t">
            <a:noAutofit/>
          </a:bodyPr>
          <a:lstStyle/>
          <a:p>
            <a:r>
              <a:rPr lang="en-IN">
                <a:latin typeface="Verdana"/>
                <a:ea typeface="Verdana"/>
              </a:rPr>
              <a:t>June 2026</a:t>
            </a:r>
            <a:endParaRPr lang="en-US" dirty="0">
              <a:latin typeface="Verdana"/>
              <a:ea typeface="Verdana"/>
            </a:endParaRPr>
          </a:p>
        </p:txBody>
      </p:sp>
    </p:spTree>
    <p:extLst>
      <p:ext uri="{BB962C8B-B14F-4D97-AF65-F5344CB8AC3E}">
        <p14:creationId xmlns:p14="http://schemas.microsoft.com/office/powerpoint/2010/main" val="1460485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0F970-7C08-657A-6A31-63F6C4965AA1}"/>
              </a:ext>
            </a:extLst>
          </p:cNvPr>
          <p:cNvSpPr>
            <a:spLocks noGrp="1"/>
          </p:cNvSpPr>
          <p:nvPr>
            <p:ph type="title"/>
          </p:nvPr>
        </p:nvSpPr>
        <p:spPr/>
        <p:txBody>
          <a:bodyPr/>
          <a:lstStyle/>
          <a:p>
            <a:r>
              <a:rPr lang="en-IN"/>
              <a:t>Instructions on Case Studies</a:t>
            </a:r>
            <a:endParaRPr lang="en-US"/>
          </a:p>
        </p:txBody>
      </p:sp>
      <p:sp>
        <p:nvSpPr>
          <p:cNvPr id="3" name="Content Placeholder 2">
            <a:extLst>
              <a:ext uri="{FF2B5EF4-FFF2-40B4-BE49-F238E27FC236}">
                <a16:creationId xmlns:a16="http://schemas.microsoft.com/office/drawing/2014/main" id="{B58122A2-1A94-18D5-46D2-F9FF0F5AE544}"/>
              </a:ext>
            </a:extLst>
          </p:cNvPr>
          <p:cNvSpPr>
            <a:spLocks noGrp="1"/>
          </p:cNvSpPr>
          <p:nvPr>
            <p:ph sz="quarter" idx="13"/>
          </p:nvPr>
        </p:nvSpPr>
        <p:spPr/>
        <p:txBody>
          <a:bodyPr vert="horz" lIns="0" tIns="0" rIns="0" bIns="0" rtlCol="0" anchor="t">
            <a:noAutofit/>
          </a:bodyPr>
          <a:lstStyle/>
          <a:p>
            <a:pPr marL="4445" lvl="1"/>
            <a:r>
              <a:rPr lang="en-IN" dirty="0">
                <a:latin typeface="Verdana"/>
                <a:ea typeface="Verdana"/>
              </a:rPr>
              <a:t>There are 2 case studies as part of this assessment process. Anyone applying for this internship program needs to complete and submit only one case study. Each case study has same weightage</a:t>
            </a:r>
            <a:endParaRPr lang="en-US" dirty="0">
              <a:latin typeface="Verdana"/>
              <a:ea typeface="Verdana"/>
            </a:endParaRPr>
          </a:p>
          <a:p>
            <a:pPr lvl="2" indent="-217170"/>
            <a:r>
              <a:rPr lang="en-IN" dirty="0"/>
              <a:t>Assessment Criteria</a:t>
            </a:r>
            <a:endParaRPr lang="en-IN" dirty="0">
              <a:ea typeface="Verdana" panose="020B0604030504040204" pitchFamily="34" charset="0"/>
            </a:endParaRPr>
          </a:p>
          <a:p>
            <a:pPr lvl="3"/>
            <a:r>
              <a:rPr lang="en-IN" dirty="0"/>
              <a:t>Data handling – Optimized and Robust solution   </a:t>
            </a:r>
            <a:endParaRPr lang="en-IN" dirty="0">
              <a:ea typeface="Verdana"/>
            </a:endParaRPr>
          </a:p>
          <a:p>
            <a:pPr lvl="3"/>
            <a:r>
              <a:rPr lang="en-IN" dirty="0"/>
              <a:t>Dashboard Preparation – well laid out dashboard with professional views, slicers interactions, performance.</a:t>
            </a:r>
            <a:endParaRPr lang="en-IN" dirty="0">
              <a:ea typeface="Verdana"/>
            </a:endParaRPr>
          </a:p>
          <a:p>
            <a:pPr lvl="3"/>
            <a:r>
              <a:rPr lang="en-IN" dirty="0"/>
              <a:t>Predictive Model – Approach taken to develop model, Model review and selection, </a:t>
            </a:r>
          </a:p>
          <a:p>
            <a:pPr lvl="3"/>
            <a:r>
              <a:rPr lang="en-IN" dirty="0"/>
              <a:t>Report submission – It is recommended to submit a report on your understanding of case study and approach you took to develop solution</a:t>
            </a:r>
          </a:p>
          <a:p>
            <a:pPr lvl="2" indent="-217170"/>
            <a:r>
              <a:rPr lang="en-IN" dirty="0"/>
              <a:t>Approach to be followed</a:t>
            </a:r>
            <a:endParaRPr lang="en-IN" dirty="0">
              <a:ea typeface="Verdana" panose="020B0604030504040204" pitchFamily="34" charset="0"/>
            </a:endParaRPr>
          </a:p>
          <a:p>
            <a:pPr lvl="3"/>
            <a:r>
              <a:rPr lang="en-IN" dirty="0"/>
              <a:t>The case studies are complete in itself so you would not need any further help on understanding but feel free to use internet to learn more about topics</a:t>
            </a:r>
          </a:p>
          <a:p>
            <a:pPr lvl="3"/>
            <a:r>
              <a:rPr lang="en-IN"/>
              <a:t>Power BI generated using Gen AI tool will be rejected ​</a:t>
            </a:r>
            <a:endParaRPr lang="en-IN">
              <a:ea typeface="Verdana"/>
            </a:endParaRPr>
          </a:p>
          <a:p>
            <a:pPr lvl="2" indent="-217170"/>
            <a:r>
              <a:rPr lang="en-IN" dirty="0"/>
              <a:t>Submission of report</a:t>
            </a:r>
            <a:endParaRPr lang="en-IN" dirty="0">
              <a:ea typeface="Verdana" panose="020B0604030504040204" pitchFamily="34" charset="0"/>
            </a:endParaRPr>
          </a:p>
          <a:p>
            <a:pPr lvl="3"/>
            <a:r>
              <a:rPr lang="en-IN">
                <a:ea typeface="+mn-lt"/>
                <a:cs typeface="+mn-lt"/>
              </a:rPr>
              <a:t>Use method provided to college to share files with us. Please share report in Power BI Format</a:t>
            </a:r>
          </a:p>
          <a:p>
            <a:pPr lvl="3"/>
            <a:endParaRPr lang="en-US" dirty="0"/>
          </a:p>
        </p:txBody>
      </p:sp>
      <p:sp>
        <p:nvSpPr>
          <p:cNvPr id="6" name="Slide Number Placeholder 5">
            <a:extLst>
              <a:ext uri="{FF2B5EF4-FFF2-40B4-BE49-F238E27FC236}">
                <a16:creationId xmlns:a16="http://schemas.microsoft.com/office/drawing/2014/main" id="{3E3DF0FF-4C9D-25B2-7888-E24BB60F724D}"/>
              </a:ext>
            </a:extLst>
          </p:cNvPr>
          <p:cNvSpPr>
            <a:spLocks noGrp="1"/>
          </p:cNvSpPr>
          <p:nvPr>
            <p:ph type="sldNum" sz="quarter" idx="16"/>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50E99F9-58F0-4AF2-A985-BDC45D75003F}" type="slidenum">
              <a:rPr kumimoji="0" lang="en-GB" sz="900" b="0" i="0" u="none" strike="noStrike" kern="1200" cap="none" spc="0" normalizeH="0" baseline="0" noProof="0" smtClean="0">
                <a:ln>
                  <a:noFill/>
                </a:ln>
                <a:solidFill>
                  <a:srgbClr val="404043"/>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900" b="0" i="0" u="none" strike="noStrike" kern="1200" cap="none" spc="0" normalizeH="0" baseline="0" noProof="0">
              <a:ln>
                <a:noFill/>
              </a:ln>
              <a:solidFill>
                <a:srgbClr val="404043"/>
              </a:solidFill>
              <a:effectLst/>
              <a:uLnTx/>
              <a:uFillTx/>
              <a:latin typeface="Verdana"/>
              <a:ea typeface="+mn-ea"/>
              <a:cs typeface="+mn-cs"/>
            </a:endParaRPr>
          </a:p>
        </p:txBody>
      </p:sp>
    </p:spTree>
    <p:extLst>
      <p:ext uri="{BB962C8B-B14F-4D97-AF65-F5344CB8AC3E}">
        <p14:creationId xmlns:p14="http://schemas.microsoft.com/office/powerpoint/2010/main" val="206778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F94C-F4BE-4012-B0D8-3648BC74288B}"/>
              </a:ext>
            </a:extLst>
          </p:cNvPr>
          <p:cNvSpPr>
            <a:spLocks noGrp="1"/>
          </p:cNvSpPr>
          <p:nvPr>
            <p:ph type="title"/>
          </p:nvPr>
        </p:nvSpPr>
        <p:spPr/>
        <p:txBody>
          <a:bodyPr/>
          <a:lstStyle/>
          <a:p>
            <a:r>
              <a:rPr lang="en-US"/>
              <a:t>Case Study 1 – E&amp;O Reporting</a:t>
            </a:r>
            <a:br>
              <a:rPr lang="en-US"/>
            </a:br>
            <a:r>
              <a:rPr lang="en-US" sz="2200" b="0"/>
              <a:t>Data Handling</a:t>
            </a:r>
          </a:p>
        </p:txBody>
      </p:sp>
      <p:sp>
        <p:nvSpPr>
          <p:cNvPr id="5" name="Slide Number Placeholder 4">
            <a:extLst>
              <a:ext uri="{FF2B5EF4-FFF2-40B4-BE49-F238E27FC236}">
                <a16:creationId xmlns:a16="http://schemas.microsoft.com/office/drawing/2014/main" id="{CF3ECAC6-B692-4CDD-9201-328A0C5CAA25}"/>
              </a:ext>
            </a:extLst>
          </p:cNvPr>
          <p:cNvSpPr>
            <a:spLocks noGrp="1"/>
          </p:cNvSpPr>
          <p:nvPr>
            <p:ph type="sldNum" sz="quarter" idx="12"/>
          </p:nvPr>
        </p:nvSpPr>
        <p:spPr/>
        <p:txBody>
          <a:bodyPr/>
          <a:lstStyle/>
          <a:p>
            <a:fld id="{350E99F9-58F0-4AF2-A985-BDC45D75003F}" type="slidenum">
              <a:rPr lang="en-GB" smtClean="0"/>
              <a:pPr/>
              <a:t>3</a:t>
            </a:fld>
            <a:endParaRPr lang="en-GB"/>
          </a:p>
        </p:txBody>
      </p:sp>
      <p:sp>
        <p:nvSpPr>
          <p:cNvPr id="6" name="TextBox 5">
            <a:extLst>
              <a:ext uri="{FF2B5EF4-FFF2-40B4-BE49-F238E27FC236}">
                <a16:creationId xmlns:a16="http://schemas.microsoft.com/office/drawing/2014/main" id="{8A7625E2-7F0C-4400-9AEE-F3A06A339DD1}"/>
              </a:ext>
            </a:extLst>
          </p:cNvPr>
          <p:cNvSpPr txBox="1"/>
          <p:nvPr/>
        </p:nvSpPr>
        <p:spPr>
          <a:xfrm>
            <a:off x="356753" y="1558069"/>
            <a:ext cx="10145864" cy="2245487"/>
          </a:xfrm>
          <a:prstGeom prst="rect">
            <a:avLst/>
          </a:prstGeom>
          <a:noFill/>
        </p:spPr>
        <p:txBody>
          <a:bodyPr wrap="square" lIns="91440" tIns="45720" rIns="91440" bIns="45720" rtlCol="0" anchor="t">
            <a:spAutoFit/>
          </a:bodyPr>
          <a:lstStyle/>
          <a:p>
            <a:pPr indent="6350">
              <a:lnSpc>
                <a:spcPct val="110000"/>
              </a:lnSpc>
            </a:pPr>
            <a:r>
              <a:rPr lang="en-US" sz="1600" dirty="0">
                <a:latin typeface="Smith&amp;NephewLF"/>
              </a:rPr>
              <a:t>We receive Excel workbook containing several sheets of Excess and Obsolete Data, which is updated monthly by each entity (country). Each month, we receive a distinct file and must consolidate this data into a single fact table.</a:t>
            </a:r>
          </a:p>
          <a:p>
            <a:pPr indent="6350">
              <a:lnSpc>
                <a:spcPct val="110000"/>
              </a:lnSpc>
            </a:pPr>
            <a:endParaRPr lang="en-US" sz="1600">
              <a:latin typeface="Smith&amp;NephewLF" panose="020F0500030000020004" pitchFamily="34" charset="0"/>
            </a:endParaRPr>
          </a:p>
          <a:p>
            <a:pPr indent="6350">
              <a:lnSpc>
                <a:spcPct val="110000"/>
              </a:lnSpc>
            </a:pPr>
            <a:r>
              <a:rPr lang="en-US" sz="1600">
                <a:latin typeface="Smith&amp;NephewLF" panose="020F0500030000020004" pitchFamily="34" charset="0"/>
              </a:rPr>
              <a:t>Definition &amp; Details for dashboard are as below:</a:t>
            </a:r>
          </a:p>
          <a:p>
            <a:pPr marL="342900" indent="-342900">
              <a:lnSpc>
                <a:spcPct val="110000"/>
              </a:lnSpc>
              <a:buAutoNum type="arabicPeriod"/>
            </a:pPr>
            <a:r>
              <a:rPr lang="en-US" sz="1600">
                <a:latin typeface="Smith&amp;NephewLF" panose="020F0500030000020004" pitchFamily="34" charset="0"/>
              </a:rPr>
              <a:t>"Excess” are the result of excess inventory stock</a:t>
            </a:r>
          </a:p>
          <a:p>
            <a:pPr>
              <a:lnSpc>
                <a:spcPct val="110000"/>
              </a:lnSpc>
            </a:pPr>
            <a:r>
              <a:rPr lang="en-US" sz="1600" b="0" i="0">
                <a:solidFill>
                  <a:srgbClr val="000000"/>
                </a:solidFill>
                <a:effectLst/>
                <a:latin typeface="Smith&amp;NephewLF" panose="020F0500030000020004" pitchFamily="34" charset="0"/>
              </a:rPr>
              <a:t>2.    </a:t>
            </a:r>
            <a:r>
              <a:rPr lang="en-US" sz="1600">
                <a:latin typeface="Smith&amp;NephewLF" panose="020F0500030000020004" pitchFamily="34" charset="0"/>
              </a:rPr>
              <a:t>“Obsolete” are the result of specific reserves placed on high-risk inventory</a:t>
            </a:r>
          </a:p>
          <a:p>
            <a:pPr>
              <a:lnSpc>
                <a:spcPct val="110000"/>
              </a:lnSpc>
            </a:pPr>
            <a:r>
              <a:rPr lang="en-US" sz="1600" dirty="0">
                <a:latin typeface="Smith&amp;NephewLF"/>
              </a:rPr>
              <a:t>3.    Each Entity code sheet represents Data for a country and the mapping is available in Country mapping table </a:t>
            </a:r>
          </a:p>
          <a:p>
            <a:pPr>
              <a:lnSpc>
                <a:spcPct val="110000"/>
              </a:lnSpc>
            </a:pPr>
            <a:r>
              <a:rPr lang="en-US" sz="1600">
                <a:latin typeface="Smith&amp;NephewLF"/>
              </a:rPr>
              <a:t>4.    Only append Data sheets with Entity Codes</a:t>
            </a:r>
            <a:endParaRPr lang="en-US"/>
          </a:p>
        </p:txBody>
      </p:sp>
      <p:sp>
        <p:nvSpPr>
          <p:cNvPr id="8" name="TextBox 7">
            <a:extLst>
              <a:ext uri="{FF2B5EF4-FFF2-40B4-BE49-F238E27FC236}">
                <a16:creationId xmlns:a16="http://schemas.microsoft.com/office/drawing/2014/main" id="{D1BF5F61-B61E-44F3-B1FF-4FEB50EF26B9}"/>
              </a:ext>
            </a:extLst>
          </p:cNvPr>
          <p:cNvSpPr txBox="1"/>
          <p:nvPr/>
        </p:nvSpPr>
        <p:spPr>
          <a:xfrm>
            <a:off x="309716" y="4174998"/>
            <a:ext cx="11572568" cy="1974643"/>
          </a:xfrm>
          <a:prstGeom prst="rect">
            <a:avLst/>
          </a:prstGeom>
          <a:noFill/>
        </p:spPr>
        <p:txBody>
          <a:bodyPr wrap="square" lIns="91440" tIns="45720" rIns="91440" bIns="45720" rtlCol="0" anchor="t">
            <a:spAutoFit/>
          </a:bodyPr>
          <a:lstStyle/>
          <a:p>
            <a:pPr>
              <a:lnSpc>
                <a:spcPct val="110000"/>
              </a:lnSpc>
            </a:pPr>
            <a:r>
              <a:rPr lang="en-US" sz="1600" b="1" u="sng">
                <a:latin typeface="Smith&amp;NephewLF" panose="020F0500030000020004" pitchFamily="34" charset="0"/>
              </a:rPr>
              <a:t>Questions:</a:t>
            </a:r>
          </a:p>
          <a:p>
            <a:pPr>
              <a:lnSpc>
                <a:spcPct val="110000"/>
              </a:lnSpc>
            </a:pPr>
            <a:endParaRPr lang="en-US" sz="1600">
              <a:latin typeface="Smith&amp;NephewLF" panose="020F0500030000020004" pitchFamily="34" charset="0"/>
            </a:endParaRPr>
          </a:p>
          <a:p>
            <a:pPr marL="342900" indent="-342900">
              <a:lnSpc>
                <a:spcPct val="110000"/>
              </a:lnSpc>
              <a:buFont typeface="+mj-lt"/>
              <a:buAutoNum type="arabicPeriod"/>
            </a:pPr>
            <a:r>
              <a:rPr lang="en-US" sz="1600">
                <a:latin typeface="Smith&amp;NephewLF" panose="020F0500030000020004" pitchFamily="34" charset="0"/>
              </a:rPr>
              <a:t>Combine the monthly data from each entity into a single table and integrate it with the data from other periods.</a:t>
            </a:r>
          </a:p>
          <a:p>
            <a:pPr marL="342900" indent="-342900">
              <a:lnSpc>
                <a:spcPct val="110000"/>
              </a:lnSpc>
              <a:buFont typeface="+mj-lt"/>
              <a:buAutoNum type="arabicPeriod"/>
            </a:pPr>
            <a:r>
              <a:rPr lang="en-US" sz="1600">
                <a:latin typeface="Smith&amp;NephewLF" panose="020F0500030000020004" pitchFamily="34" charset="0"/>
              </a:rPr>
              <a:t>Separate the fact data table into categories of Excess and Obsolete</a:t>
            </a:r>
          </a:p>
          <a:p>
            <a:pPr>
              <a:lnSpc>
                <a:spcPct val="110000"/>
              </a:lnSpc>
            </a:pPr>
            <a:r>
              <a:rPr lang="en-US" sz="1600">
                <a:latin typeface="Smith&amp;NephewLF" panose="020F0500030000020004" pitchFamily="34" charset="0"/>
              </a:rPr>
              <a:t>3.    Need to calculate E&amp;O values for Each Period, By Region, By Country, By Business Unit, By Brand, By Type (Excess/Obsolete)</a:t>
            </a:r>
          </a:p>
          <a:p>
            <a:pPr>
              <a:lnSpc>
                <a:spcPct val="110000"/>
              </a:lnSpc>
            </a:pPr>
            <a:r>
              <a:rPr lang="en-US" sz="1600">
                <a:latin typeface="Smith&amp;NephewLF" panose="020F0500030000020004" pitchFamily="34" charset="0"/>
              </a:rPr>
              <a:t>4.    Establish connection with other Dimension tables to display data by categories mentioned above </a:t>
            </a:r>
          </a:p>
          <a:p>
            <a:pPr marL="342900" indent="-342900">
              <a:lnSpc>
                <a:spcPct val="110000"/>
              </a:lnSpc>
              <a:buFont typeface="+mj-lt"/>
              <a:buAutoNum type="arabicPeriod"/>
            </a:pPr>
            <a:endParaRPr lang="en-US" sz="1600">
              <a:latin typeface="Smith&amp;NephewLF" panose="020F0500030000020004" pitchFamily="34" charset="0"/>
            </a:endParaRPr>
          </a:p>
        </p:txBody>
      </p:sp>
    </p:spTree>
    <p:extLst>
      <p:ext uri="{BB962C8B-B14F-4D97-AF65-F5344CB8AC3E}">
        <p14:creationId xmlns:p14="http://schemas.microsoft.com/office/powerpoint/2010/main" val="2904536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F94C-F4BE-4012-B0D8-3648BC74288B}"/>
              </a:ext>
            </a:extLst>
          </p:cNvPr>
          <p:cNvSpPr>
            <a:spLocks noGrp="1"/>
          </p:cNvSpPr>
          <p:nvPr>
            <p:ph type="title"/>
          </p:nvPr>
        </p:nvSpPr>
        <p:spPr/>
        <p:txBody>
          <a:bodyPr/>
          <a:lstStyle/>
          <a:p>
            <a:r>
              <a:rPr lang="en-US"/>
              <a:t>Case Study 1 – E&amp;O Reporting</a:t>
            </a:r>
            <a:br>
              <a:rPr lang="en-US"/>
            </a:br>
            <a:r>
              <a:rPr lang="en-US" sz="2200" b="0"/>
              <a:t>Dashboard Preparation</a:t>
            </a:r>
          </a:p>
        </p:txBody>
      </p:sp>
      <p:sp>
        <p:nvSpPr>
          <p:cNvPr id="5" name="Slide Number Placeholder 4">
            <a:extLst>
              <a:ext uri="{FF2B5EF4-FFF2-40B4-BE49-F238E27FC236}">
                <a16:creationId xmlns:a16="http://schemas.microsoft.com/office/drawing/2014/main" id="{CF3ECAC6-B692-4CDD-9201-328A0C5CAA25}"/>
              </a:ext>
            </a:extLst>
          </p:cNvPr>
          <p:cNvSpPr>
            <a:spLocks noGrp="1"/>
          </p:cNvSpPr>
          <p:nvPr>
            <p:ph type="sldNum" sz="quarter" idx="12"/>
          </p:nvPr>
        </p:nvSpPr>
        <p:spPr/>
        <p:txBody>
          <a:bodyPr/>
          <a:lstStyle/>
          <a:p>
            <a:fld id="{350E99F9-58F0-4AF2-A985-BDC45D75003F}" type="slidenum">
              <a:rPr lang="en-GB" smtClean="0"/>
              <a:pPr/>
              <a:t>4</a:t>
            </a:fld>
            <a:endParaRPr lang="en-GB"/>
          </a:p>
        </p:txBody>
      </p:sp>
      <p:sp>
        <p:nvSpPr>
          <p:cNvPr id="6" name="TextBox 5">
            <a:extLst>
              <a:ext uri="{FF2B5EF4-FFF2-40B4-BE49-F238E27FC236}">
                <a16:creationId xmlns:a16="http://schemas.microsoft.com/office/drawing/2014/main" id="{8FC99C9E-5E81-44CE-A91D-20A71064339A}"/>
              </a:ext>
            </a:extLst>
          </p:cNvPr>
          <p:cNvSpPr txBox="1"/>
          <p:nvPr/>
        </p:nvSpPr>
        <p:spPr>
          <a:xfrm>
            <a:off x="413468" y="1556732"/>
            <a:ext cx="10326398" cy="1703800"/>
          </a:xfrm>
          <a:prstGeom prst="rect">
            <a:avLst/>
          </a:prstGeom>
          <a:noFill/>
        </p:spPr>
        <p:txBody>
          <a:bodyPr wrap="square" rtlCol="0">
            <a:spAutoFit/>
          </a:bodyPr>
          <a:lstStyle/>
          <a:p>
            <a:pPr>
              <a:lnSpc>
                <a:spcPct val="110000"/>
              </a:lnSpc>
            </a:pPr>
            <a:r>
              <a:rPr lang="en-US" sz="1600">
                <a:latin typeface="Smith&amp;NephewLF" panose="020F0500030000020004" pitchFamily="34" charset="0"/>
              </a:rPr>
              <a:t>There’s a requirement to build E&amp;O Dashboard. You got the required data from each country.</a:t>
            </a:r>
          </a:p>
          <a:p>
            <a:pPr>
              <a:lnSpc>
                <a:spcPct val="110000"/>
              </a:lnSpc>
            </a:pPr>
            <a:endParaRPr lang="en-US" sz="1600">
              <a:latin typeface="Smith&amp;NephewLF" panose="020F0500030000020004" pitchFamily="34" charset="0"/>
            </a:endParaRPr>
          </a:p>
          <a:p>
            <a:pPr>
              <a:lnSpc>
                <a:spcPct val="110000"/>
              </a:lnSpc>
            </a:pPr>
            <a:r>
              <a:rPr lang="en-US" sz="1600">
                <a:latin typeface="Smith&amp;NephewLF" panose="020F0500030000020004" pitchFamily="34" charset="0"/>
              </a:rPr>
              <a:t>Few Details in general on Data/Metrics:</a:t>
            </a:r>
          </a:p>
          <a:p>
            <a:pPr>
              <a:lnSpc>
                <a:spcPct val="110000"/>
              </a:lnSpc>
            </a:pPr>
            <a:r>
              <a:rPr lang="en-US" sz="1600">
                <a:latin typeface="Smith&amp;NephewLF" panose="020F0500030000020004" pitchFamily="34" charset="0"/>
              </a:rPr>
              <a:t>1. Excess Qty = Excess Inventory Stock</a:t>
            </a:r>
          </a:p>
          <a:p>
            <a:pPr>
              <a:lnSpc>
                <a:spcPct val="110000"/>
              </a:lnSpc>
            </a:pPr>
            <a:r>
              <a:rPr lang="en-US" sz="1600">
                <a:latin typeface="Smith&amp;NephewLF" panose="020F0500030000020004" pitchFamily="34" charset="0"/>
              </a:rPr>
              <a:t>2. E&amp;O $ USD = Excess Stock Value in Dollars</a:t>
            </a:r>
          </a:p>
          <a:p>
            <a:pPr>
              <a:lnSpc>
                <a:spcPct val="110000"/>
              </a:lnSpc>
            </a:pPr>
            <a:r>
              <a:rPr lang="en-US" sz="1600">
                <a:latin typeface="Smith&amp;NephewLF" panose="020F0500030000020004" pitchFamily="34" charset="0"/>
              </a:rPr>
              <a:t>3. Period = Month Number </a:t>
            </a:r>
          </a:p>
        </p:txBody>
      </p:sp>
      <p:sp>
        <p:nvSpPr>
          <p:cNvPr id="7" name="TextBox 6">
            <a:extLst>
              <a:ext uri="{FF2B5EF4-FFF2-40B4-BE49-F238E27FC236}">
                <a16:creationId xmlns:a16="http://schemas.microsoft.com/office/drawing/2014/main" id="{6DBC1E2E-F7C3-488D-8AC9-1122412B157C}"/>
              </a:ext>
            </a:extLst>
          </p:cNvPr>
          <p:cNvSpPr txBox="1"/>
          <p:nvPr/>
        </p:nvSpPr>
        <p:spPr>
          <a:xfrm>
            <a:off x="416391" y="3429000"/>
            <a:ext cx="10093691" cy="2787173"/>
          </a:xfrm>
          <a:prstGeom prst="rect">
            <a:avLst/>
          </a:prstGeom>
          <a:noFill/>
        </p:spPr>
        <p:txBody>
          <a:bodyPr wrap="square" lIns="91440" tIns="45720" rIns="91440" bIns="45720" rtlCol="0" anchor="t">
            <a:spAutoFit/>
          </a:bodyPr>
          <a:lstStyle/>
          <a:p>
            <a:pPr>
              <a:lnSpc>
                <a:spcPct val="110000"/>
              </a:lnSpc>
            </a:pPr>
            <a:r>
              <a:rPr lang="en-US" sz="1600" b="1" u="sng">
                <a:latin typeface="Smith&amp;NephewLF" panose="020F0500030000020004" pitchFamily="34" charset="0"/>
              </a:rPr>
              <a:t>Tasks/Question</a:t>
            </a:r>
            <a:r>
              <a:rPr lang="en-US" sz="1600">
                <a:latin typeface="Smith&amp;NephewLF" panose="020F0500030000020004" pitchFamily="34" charset="0"/>
              </a:rPr>
              <a:t>: </a:t>
            </a:r>
          </a:p>
          <a:p>
            <a:pPr>
              <a:lnSpc>
                <a:spcPct val="110000"/>
              </a:lnSpc>
            </a:pPr>
            <a:endParaRPr lang="en-US" sz="1600">
              <a:latin typeface="Smith&amp;NephewLF" panose="020F0500030000020004" pitchFamily="34" charset="0"/>
            </a:endParaRPr>
          </a:p>
          <a:p>
            <a:pPr>
              <a:lnSpc>
                <a:spcPct val="110000"/>
              </a:lnSpc>
            </a:pPr>
            <a:r>
              <a:rPr lang="en-US" sz="1600" dirty="0">
                <a:latin typeface="Smith&amp;NephewLF"/>
              </a:rPr>
              <a:t>Using Sample exercise data Attached, create </a:t>
            </a:r>
            <a:r>
              <a:rPr lang="en-US" sz="1600" dirty="0" err="1">
                <a:latin typeface="Smith&amp;NephewLF"/>
              </a:rPr>
              <a:t>PowerBI</a:t>
            </a:r>
            <a:r>
              <a:rPr lang="en-US" sz="1600" dirty="0">
                <a:latin typeface="Smith&amp;NephewLF"/>
              </a:rPr>
              <a:t> dashboard for following user stories:</a:t>
            </a:r>
          </a:p>
          <a:p>
            <a:pPr marL="342900" indent="-342900">
              <a:lnSpc>
                <a:spcPct val="110000"/>
              </a:lnSpc>
              <a:buFont typeface="+mj-lt"/>
              <a:buAutoNum type="arabicPeriod"/>
            </a:pPr>
            <a:r>
              <a:rPr lang="en-US" sz="1600" dirty="0">
                <a:latin typeface="Smith&amp;NephewLF"/>
              </a:rPr>
              <a:t>Create executive view Charts and Trend Line to drill down data by </a:t>
            </a:r>
            <a:r>
              <a:rPr lang="en-US" sz="1600">
                <a:latin typeface="Smith&amp;NephewLF"/>
              </a:rPr>
              <a:t>Hierarchy</a:t>
            </a:r>
            <a:r>
              <a:rPr lang="en-US" sz="1600" dirty="0">
                <a:latin typeface="Smith&amp;NephewLF"/>
              </a:rPr>
              <a:t> (Region - Cluster- Country) and (Business Unit – Segment – Brand)</a:t>
            </a:r>
          </a:p>
          <a:p>
            <a:pPr marL="342900" indent="-342900">
              <a:lnSpc>
                <a:spcPct val="110000"/>
              </a:lnSpc>
              <a:buFontTx/>
              <a:buAutoNum type="arabicPeriod" startAt="2"/>
            </a:pPr>
            <a:r>
              <a:rPr lang="en-US" sz="1600">
                <a:latin typeface="Smith&amp;NephewLF" panose="020F0500030000020004" pitchFamily="34" charset="0"/>
              </a:rPr>
              <a:t>Add Slicers to filter data by Year-Period, Region, Country, Business Unit, Brand, SKU, Type (Excess/Obsolete), This filter selection is expected to change calculations as per selection. </a:t>
            </a:r>
          </a:p>
          <a:p>
            <a:pPr marL="342900" indent="-342900">
              <a:lnSpc>
                <a:spcPct val="110000"/>
              </a:lnSpc>
              <a:buAutoNum type="arabicPeriod" startAt="3"/>
            </a:pPr>
            <a:r>
              <a:rPr lang="en-US" sz="1600">
                <a:latin typeface="Smith&amp;NephewLF" panose="020F0500030000020004" pitchFamily="34" charset="0"/>
              </a:rPr>
              <a:t>Create a Table to compare E&amp;O Current month, Previous Month, Growth, E&amp;O Percentage (Excess Quantity against        Total Inventory Stock )</a:t>
            </a:r>
          </a:p>
          <a:p>
            <a:pPr>
              <a:lnSpc>
                <a:spcPct val="110000"/>
              </a:lnSpc>
            </a:pPr>
            <a:r>
              <a:rPr lang="en-US" sz="1600">
                <a:latin typeface="Smith&amp;NephewLF" panose="020F0500030000020004" pitchFamily="34" charset="0"/>
              </a:rPr>
              <a:t>4.    Add your own proposed views if any.</a:t>
            </a:r>
          </a:p>
        </p:txBody>
      </p:sp>
    </p:spTree>
    <p:extLst>
      <p:ext uri="{BB962C8B-B14F-4D97-AF65-F5344CB8AC3E}">
        <p14:creationId xmlns:p14="http://schemas.microsoft.com/office/powerpoint/2010/main" val="3769429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F94C-F4BE-4012-B0D8-3648BC74288B}"/>
              </a:ext>
            </a:extLst>
          </p:cNvPr>
          <p:cNvSpPr>
            <a:spLocks noGrp="1"/>
          </p:cNvSpPr>
          <p:nvPr>
            <p:ph type="title"/>
          </p:nvPr>
        </p:nvSpPr>
        <p:spPr>
          <a:xfrm>
            <a:off x="300038" y="249341"/>
            <a:ext cx="10326398" cy="490130"/>
          </a:xfrm>
        </p:spPr>
        <p:txBody>
          <a:bodyPr/>
          <a:lstStyle/>
          <a:p>
            <a:r>
              <a:rPr lang="en-US"/>
              <a:t>Case Study 2 – SIOP Reporting</a:t>
            </a:r>
            <a:br>
              <a:rPr lang="en-US"/>
            </a:br>
            <a:r>
              <a:rPr lang="en-US" sz="2200" b="0"/>
              <a:t>Data Handling</a:t>
            </a:r>
          </a:p>
        </p:txBody>
      </p:sp>
      <p:sp>
        <p:nvSpPr>
          <p:cNvPr id="5" name="Slide Number Placeholder 4">
            <a:extLst>
              <a:ext uri="{FF2B5EF4-FFF2-40B4-BE49-F238E27FC236}">
                <a16:creationId xmlns:a16="http://schemas.microsoft.com/office/drawing/2014/main" id="{CF3ECAC6-B692-4CDD-9201-328A0C5CAA25}"/>
              </a:ext>
            </a:extLst>
          </p:cNvPr>
          <p:cNvSpPr>
            <a:spLocks noGrp="1"/>
          </p:cNvSpPr>
          <p:nvPr>
            <p:ph type="sldNum" sz="quarter" idx="12"/>
          </p:nvPr>
        </p:nvSpPr>
        <p:spPr/>
        <p:txBody>
          <a:bodyPr/>
          <a:lstStyle/>
          <a:p>
            <a:fld id="{350E99F9-58F0-4AF2-A985-BDC45D75003F}" type="slidenum">
              <a:rPr lang="en-GB" smtClean="0"/>
              <a:pPr/>
              <a:t>5</a:t>
            </a:fld>
            <a:endParaRPr lang="en-GB"/>
          </a:p>
        </p:txBody>
      </p:sp>
      <p:sp>
        <p:nvSpPr>
          <p:cNvPr id="6" name="TextBox 5">
            <a:extLst>
              <a:ext uri="{FF2B5EF4-FFF2-40B4-BE49-F238E27FC236}">
                <a16:creationId xmlns:a16="http://schemas.microsoft.com/office/drawing/2014/main" id="{8FC99C9E-5E81-44CE-A91D-20A71064339A}"/>
              </a:ext>
            </a:extLst>
          </p:cNvPr>
          <p:cNvSpPr txBox="1"/>
          <p:nvPr/>
        </p:nvSpPr>
        <p:spPr>
          <a:xfrm>
            <a:off x="323184" y="1004142"/>
            <a:ext cx="10937879" cy="3563540"/>
          </a:xfrm>
          <a:prstGeom prst="rect">
            <a:avLst/>
          </a:prstGeom>
          <a:noFill/>
        </p:spPr>
        <p:txBody>
          <a:bodyPr wrap="square" lIns="91440" tIns="45720" rIns="91440" bIns="45720" rtlCol="0" anchor="t">
            <a:spAutoFit/>
          </a:bodyPr>
          <a:lstStyle/>
          <a:p>
            <a:endParaRPr lang="en-US" sz="1600" dirty="0">
              <a:latin typeface="Segoe UI"/>
              <a:ea typeface="Verdana"/>
              <a:cs typeface="Segoe UI"/>
            </a:endParaRPr>
          </a:p>
          <a:p>
            <a:pPr>
              <a:lnSpc>
                <a:spcPct val="110000"/>
              </a:lnSpc>
            </a:pPr>
            <a:r>
              <a:rPr lang="en-US" sz="1600" dirty="0">
                <a:ea typeface="+mn-lt"/>
                <a:cs typeface="+mn-lt"/>
              </a:rPr>
              <a:t>In Sales, Inventory &amp; Operations Planning (SIOP), forecasts are generated periodically and stored as monthly snapshots. The provided dataset contains forecast data for different "As Of Periods" (the month when the forecast was created) and future forecast periods. The objective is to transform the data so that forecast values from multiple snapshots can be compared side by side. For a selected latest snapshot (e.g., 2023 P12), its forecast values should be labeled as Resultant, the previous snapshot (2023 P11) as Lag 0, and the snapshot before that (2023 P10) as Lag 1. </a:t>
            </a:r>
            <a:endParaRPr lang="en-US" sz="1600">
              <a:ea typeface="+mn-lt"/>
              <a:cs typeface="+mn-lt"/>
            </a:endParaRPr>
          </a:p>
          <a:p>
            <a:pPr>
              <a:lnSpc>
                <a:spcPct val="110000"/>
              </a:lnSpc>
            </a:pPr>
            <a:endParaRPr lang="en-US" sz="1600" dirty="0">
              <a:ea typeface="+mn-lt"/>
              <a:cs typeface="+mn-lt"/>
            </a:endParaRPr>
          </a:p>
          <a:p>
            <a:pPr>
              <a:lnSpc>
                <a:spcPct val="110000"/>
              </a:lnSpc>
            </a:pPr>
            <a:r>
              <a:rPr lang="en-US" sz="1600" dirty="0">
                <a:ea typeface="+mn-lt"/>
                <a:cs typeface="+mn-lt"/>
              </a:rPr>
              <a:t>For each future forecast period, the output should display these forecast values in separate columns (e.g., Resultant </a:t>
            </a:r>
            <a:r>
              <a:rPr lang="en-US" sz="1600" dirty="0" err="1">
                <a:ea typeface="+mn-lt"/>
                <a:cs typeface="+mn-lt"/>
              </a:rPr>
              <a:t>Non_Revenue_Forecast</a:t>
            </a:r>
            <a:r>
              <a:rPr lang="en-US" sz="1600" dirty="0">
                <a:ea typeface="+mn-lt"/>
                <a:cs typeface="+mn-lt"/>
              </a:rPr>
              <a:t>, Lag0 </a:t>
            </a:r>
            <a:r>
              <a:rPr lang="en-US" sz="1600" dirty="0" err="1">
                <a:ea typeface="+mn-lt"/>
                <a:cs typeface="+mn-lt"/>
              </a:rPr>
              <a:t>Non_Revenue_Forecast</a:t>
            </a:r>
            <a:r>
              <a:rPr lang="en-US" sz="1600" dirty="0">
                <a:ea typeface="+mn-lt"/>
                <a:cs typeface="+mn-lt"/>
              </a:rPr>
              <a:t>, and Lag1 </a:t>
            </a:r>
            <a:r>
              <a:rPr lang="en-US" sz="1600" dirty="0" err="1">
                <a:ea typeface="+mn-lt"/>
                <a:cs typeface="+mn-lt"/>
              </a:rPr>
              <a:t>Non_Revenue_Forecast</a:t>
            </a:r>
            <a:r>
              <a:rPr lang="en-US" sz="1600" dirty="0">
                <a:ea typeface="+mn-lt"/>
                <a:cs typeface="+mn-lt"/>
              </a:rPr>
              <a:t>), enabling users to analyze how forecasts have changed over time. Candidates are expected to use Power BI to perform the required data transformation, create a scalable solution, and present the results in a clear and meaningful format.</a:t>
            </a:r>
            <a:endParaRPr lang="en-US" sz="1600">
              <a:ea typeface="Verdana"/>
            </a:endParaRPr>
          </a:p>
        </p:txBody>
      </p:sp>
      <p:pic>
        <p:nvPicPr>
          <p:cNvPr id="9" name="Picture 8">
            <a:extLst>
              <a:ext uri="{FF2B5EF4-FFF2-40B4-BE49-F238E27FC236}">
                <a16:creationId xmlns:a16="http://schemas.microsoft.com/office/drawing/2014/main" id="{0F3C1EE4-50E3-E058-8854-CBC09B406491}"/>
              </a:ext>
            </a:extLst>
          </p:cNvPr>
          <p:cNvPicPr>
            <a:picLocks noChangeAspect="1"/>
          </p:cNvPicPr>
          <p:nvPr/>
        </p:nvPicPr>
        <p:blipFill rotWithShape="1">
          <a:blip r:embed="rId2"/>
          <a:srcRect b="13240"/>
          <a:stretch/>
        </p:blipFill>
        <p:spPr>
          <a:xfrm>
            <a:off x="296904" y="4574857"/>
            <a:ext cx="11320697" cy="1128838"/>
          </a:xfrm>
          <a:prstGeom prst="rect">
            <a:avLst/>
          </a:prstGeom>
        </p:spPr>
      </p:pic>
      <p:sp>
        <p:nvSpPr>
          <p:cNvPr id="7" name="TextBox 6">
            <a:extLst>
              <a:ext uri="{FF2B5EF4-FFF2-40B4-BE49-F238E27FC236}">
                <a16:creationId xmlns:a16="http://schemas.microsoft.com/office/drawing/2014/main" id="{29771E19-E673-6E65-F657-9E04427F5C54}"/>
              </a:ext>
            </a:extLst>
          </p:cNvPr>
          <p:cNvSpPr txBox="1"/>
          <p:nvPr/>
        </p:nvSpPr>
        <p:spPr>
          <a:xfrm>
            <a:off x="436072" y="5521937"/>
            <a:ext cx="10326398" cy="349583"/>
          </a:xfrm>
          <a:prstGeom prst="rect">
            <a:avLst/>
          </a:prstGeom>
          <a:noFill/>
        </p:spPr>
        <p:txBody>
          <a:bodyPr wrap="square" lIns="91440" tIns="45720" rIns="91440" bIns="45720" rtlCol="0" anchor="t">
            <a:spAutoFit/>
          </a:bodyPr>
          <a:lstStyle/>
          <a:p>
            <a:pPr>
              <a:lnSpc>
                <a:spcPct val="110000"/>
              </a:lnSpc>
            </a:pPr>
            <a:r>
              <a:rPr lang="en-US" sz="1600" dirty="0">
                <a:latin typeface="Smith&amp;NephewLF"/>
              </a:rPr>
              <a:t> </a:t>
            </a:r>
          </a:p>
        </p:txBody>
      </p:sp>
      <p:sp>
        <p:nvSpPr>
          <p:cNvPr id="4" name="TextBox 3">
            <a:extLst>
              <a:ext uri="{FF2B5EF4-FFF2-40B4-BE49-F238E27FC236}">
                <a16:creationId xmlns:a16="http://schemas.microsoft.com/office/drawing/2014/main" id="{195F9702-F742-6838-8D7C-6F8326D5422D}"/>
              </a:ext>
            </a:extLst>
          </p:cNvPr>
          <p:cNvSpPr txBox="1"/>
          <p:nvPr/>
        </p:nvSpPr>
        <p:spPr>
          <a:xfrm>
            <a:off x="423334" y="6047434"/>
            <a:ext cx="10197628"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a:solidFill>
                  <a:srgbClr val="404043"/>
                </a:solidFill>
                <a:latin typeface="Segoe UI"/>
                <a:ea typeface="Segoe UI"/>
                <a:cs typeface="Segoe UI"/>
              </a:rPr>
              <a:t>Post the transformation on forecast data merge the actual datawith forecast using Period, Item &amp; Country.</a:t>
            </a:r>
            <a:endParaRPr lang="en-US"/>
          </a:p>
          <a:p>
            <a:pPr algn="l"/>
            <a:endParaRPr lang="en-US" sz="1600"/>
          </a:p>
        </p:txBody>
      </p:sp>
    </p:spTree>
    <p:extLst>
      <p:ext uri="{BB962C8B-B14F-4D97-AF65-F5344CB8AC3E}">
        <p14:creationId xmlns:p14="http://schemas.microsoft.com/office/powerpoint/2010/main" val="642736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5F94C-F4BE-4012-B0D8-3648BC74288B}"/>
              </a:ext>
            </a:extLst>
          </p:cNvPr>
          <p:cNvSpPr>
            <a:spLocks noGrp="1"/>
          </p:cNvSpPr>
          <p:nvPr>
            <p:ph type="title"/>
          </p:nvPr>
        </p:nvSpPr>
        <p:spPr/>
        <p:txBody>
          <a:bodyPr/>
          <a:lstStyle/>
          <a:p>
            <a:r>
              <a:rPr lang="en-US"/>
              <a:t>Case Study 2 – SIOP Reporting</a:t>
            </a:r>
            <a:br>
              <a:rPr lang="en-US"/>
            </a:br>
            <a:r>
              <a:rPr lang="en-US" sz="2200" b="0"/>
              <a:t>Dashboard Preparation</a:t>
            </a:r>
          </a:p>
        </p:txBody>
      </p:sp>
      <p:sp>
        <p:nvSpPr>
          <p:cNvPr id="5" name="Slide Number Placeholder 4">
            <a:extLst>
              <a:ext uri="{FF2B5EF4-FFF2-40B4-BE49-F238E27FC236}">
                <a16:creationId xmlns:a16="http://schemas.microsoft.com/office/drawing/2014/main" id="{CF3ECAC6-B692-4CDD-9201-328A0C5CAA25}"/>
              </a:ext>
            </a:extLst>
          </p:cNvPr>
          <p:cNvSpPr>
            <a:spLocks noGrp="1"/>
          </p:cNvSpPr>
          <p:nvPr>
            <p:ph type="sldNum" sz="quarter" idx="12"/>
          </p:nvPr>
        </p:nvSpPr>
        <p:spPr/>
        <p:txBody>
          <a:bodyPr/>
          <a:lstStyle/>
          <a:p>
            <a:fld id="{350E99F9-58F0-4AF2-A985-BDC45D75003F}" type="slidenum">
              <a:rPr lang="en-GB" smtClean="0"/>
              <a:pPr/>
              <a:t>6</a:t>
            </a:fld>
            <a:endParaRPr lang="en-GB"/>
          </a:p>
        </p:txBody>
      </p:sp>
      <p:sp>
        <p:nvSpPr>
          <p:cNvPr id="7" name="TextBox 6">
            <a:extLst>
              <a:ext uri="{FF2B5EF4-FFF2-40B4-BE49-F238E27FC236}">
                <a16:creationId xmlns:a16="http://schemas.microsoft.com/office/drawing/2014/main" id="{6DBC1E2E-F7C3-488D-8AC9-1122412B157C}"/>
              </a:ext>
            </a:extLst>
          </p:cNvPr>
          <p:cNvSpPr txBox="1"/>
          <p:nvPr/>
        </p:nvSpPr>
        <p:spPr>
          <a:xfrm>
            <a:off x="300038" y="1098964"/>
            <a:ext cx="10087845" cy="3599703"/>
          </a:xfrm>
          <a:prstGeom prst="rect">
            <a:avLst/>
          </a:prstGeom>
          <a:noFill/>
        </p:spPr>
        <p:txBody>
          <a:bodyPr wrap="square" rtlCol="0">
            <a:spAutoFit/>
          </a:bodyPr>
          <a:lstStyle/>
          <a:p>
            <a:pPr>
              <a:lnSpc>
                <a:spcPct val="110000"/>
              </a:lnSpc>
            </a:pPr>
            <a:r>
              <a:rPr lang="en-US" sz="1600" b="1" u="sng">
                <a:latin typeface="Smith&amp;NephewLF" panose="020F0500030000020004" pitchFamily="34" charset="0"/>
              </a:rPr>
              <a:t>Tasks/Question</a:t>
            </a:r>
            <a:r>
              <a:rPr lang="en-US" sz="1600">
                <a:latin typeface="Smith&amp;NephewLF" panose="020F0500030000020004" pitchFamily="34" charset="0"/>
              </a:rPr>
              <a:t>: </a:t>
            </a:r>
          </a:p>
          <a:p>
            <a:pPr>
              <a:lnSpc>
                <a:spcPct val="110000"/>
              </a:lnSpc>
            </a:pPr>
            <a:endParaRPr lang="en-US" sz="1600">
              <a:latin typeface="Smith&amp;NephewLF" panose="020F0500030000020004" pitchFamily="34" charset="0"/>
            </a:endParaRPr>
          </a:p>
          <a:p>
            <a:pPr>
              <a:lnSpc>
                <a:spcPct val="110000"/>
              </a:lnSpc>
            </a:pPr>
            <a:r>
              <a:rPr lang="en-US" sz="1600">
                <a:latin typeface="Smith&amp;NephewLF" panose="020F0500030000020004" pitchFamily="34" charset="0"/>
              </a:rPr>
              <a:t>From the transformed data from the earlier scenario, below are few Business Requirements:</a:t>
            </a:r>
          </a:p>
          <a:p>
            <a:pPr>
              <a:lnSpc>
                <a:spcPct val="110000"/>
              </a:lnSpc>
            </a:pPr>
            <a:r>
              <a:rPr lang="en-US" sz="1600">
                <a:latin typeface="Smith&amp;NephewLF" panose="020F0500030000020004" pitchFamily="34" charset="0"/>
              </a:rPr>
              <a:t>Business logic for KPI:</a:t>
            </a:r>
          </a:p>
          <a:p>
            <a:pPr>
              <a:lnSpc>
                <a:spcPct val="110000"/>
              </a:lnSpc>
            </a:pPr>
            <a:r>
              <a:rPr lang="en-US" sz="1600">
                <a:latin typeface="Smith&amp;NephewLF" panose="020F0500030000020004" pitchFamily="34" charset="0"/>
              </a:rPr>
              <a:t>1. Forecast Accuracy % =1- Abs(Lags Qty – Actuals Qty)/(Actuals Qty)</a:t>
            </a:r>
          </a:p>
          <a:p>
            <a:pPr>
              <a:lnSpc>
                <a:spcPct val="110000"/>
              </a:lnSpc>
            </a:pPr>
            <a:r>
              <a:rPr lang="en-US" sz="1600">
                <a:latin typeface="Smith&amp;NephewLF" panose="020F0500030000020004" pitchFamily="34" charset="0"/>
              </a:rPr>
              <a:t>2. Forecast Bias % = (Lags Qty – Sales Actuals Qty)/(Sales Actuals Qty)</a:t>
            </a:r>
          </a:p>
          <a:p>
            <a:pPr>
              <a:lnSpc>
                <a:spcPct val="110000"/>
              </a:lnSpc>
            </a:pPr>
            <a:endParaRPr lang="en-US" sz="1600">
              <a:latin typeface="Smith&amp;NephewLF" panose="020F0500030000020004" pitchFamily="34" charset="0"/>
            </a:endParaRPr>
          </a:p>
          <a:p>
            <a:pPr marL="342900" indent="-342900">
              <a:lnSpc>
                <a:spcPct val="110000"/>
              </a:lnSpc>
              <a:buFont typeface="+mj-lt"/>
              <a:buAutoNum type="arabicPeriod"/>
            </a:pPr>
            <a:r>
              <a:rPr lang="en-US" sz="1600">
                <a:latin typeface="Smith&amp;NephewLF" panose="020F0500030000020004" pitchFamily="34" charset="0"/>
              </a:rPr>
              <a:t>Create executive view Charts for Revenue, Non-Revenue &amp; Capex Forecast by Country.</a:t>
            </a:r>
          </a:p>
          <a:p>
            <a:pPr marL="342900" indent="-342900">
              <a:lnSpc>
                <a:spcPct val="110000"/>
              </a:lnSpc>
              <a:buFont typeface="+mj-lt"/>
              <a:buAutoNum type="arabicPeriod"/>
            </a:pPr>
            <a:endParaRPr lang="en-US" sz="1600">
              <a:latin typeface="Smith&amp;NephewLF" panose="020F0500030000020004" pitchFamily="34" charset="0"/>
            </a:endParaRPr>
          </a:p>
          <a:p>
            <a:pPr marL="342900" indent="-342900">
              <a:lnSpc>
                <a:spcPct val="110000"/>
              </a:lnSpc>
              <a:buAutoNum type="arabicPeriod" startAt="2"/>
            </a:pPr>
            <a:r>
              <a:rPr lang="en-US" sz="1600">
                <a:latin typeface="Smith&amp;NephewLF" panose="020F0500030000020004" pitchFamily="34" charset="0"/>
              </a:rPr>
              <a:t>Add Lag Selection filter which should include- Resultant, Lag 0 &amp; Lag 1 as options to choose. On Selection on the filter Results should be Sum of the respective column.</a:t>
            </a:r>
          </a:p>
          <a:p>
            <a:pPr>
              <a:lnSpc>
                <a:spcPct val="110000"/>
              </a:lnSpc>
            </a:pPr>
            <a:r>
              <a:rPr lang="en-US" sz="1600">
                <a:latin typeface="Smith&amp;NephewLF" panose="020F0500030000020004" pitchFamily="34" charset="0"/>
              </a:rPr>
              <a:t>	</a:t>
            </a:r>
            <a:r>
              <a:rPr lang="en-US" sz="1600" err="1">
                <a:latin typeface="Smith&amp;NephewLF" panose="020F0500030000020004" pitchFamily="34" charset="0"/>
              </a:rPr>
              <a:t>ie</a:t>
            </a:r>
            <a:r>
              <a:rPr lang="en-US" sz="1600">
                <a:latin typeface="Smith&amp;NephewLF" panose="020F0500030000020004" pitchFamily="34" charset="0"/>
              </a:rPr>
              <a:t> on selection of Lag 0 show sum of Lag 0 Revenue, Lag 0 Non-Revenue &amp; Lag 0 Capex Forecast </a:t>
            </a:r>
          </a:p>
          <a:p>
            <a:pPr>
              <a:lnSpc>
                <a:spcPct val="110000"/>
              </a:lnSpc>
            </a:pPr>
            <a:endParaRPr lang="en-US" sz="1600">
              <a:latin typeface="Smith&amp;NephewLF" panose="020F0500030000020004" pitchFamily="34" charset="0"/>
            </a:endParaRPr>
          </a:p>
        </p:txBody>
      </p:sp>
      <p:sp>
        <p:nvSpPr>
          <p:cNvPr id="9" name="TextBox 8">
            <a:extLst>
              <a:ext uri="{FF2B5EF4-FFF2-40B4-BE49-F238E27FC236}">
                <a16:creationId xmlns:a16="http://schemas.microsoft.com/office/drawing/2014/main" id="{C89384CB-0577-392F-A8BD-965976358C62}"/>
              </a:ext>
            </a:extLst>
          </p:cNvPr>
          <p:cNvSpPr txBox="1"/>
          <p:nvPr/>
        </p:nvSpPr>
        <p:spPr>
          <a:xfrm>
            <a:off x="413468" y="5271153"/>
            <a:ext cx="10087845" cy="349583"/>
          </a:xfrm>
          <a:prstGeom prst="rect">
            <a:avLst/>
          </a:prstGeom>
          <a:noFill/>
        </p:spPr>
        <p:txBody>
          <a:bodyPr wrap="square" rtlCol="0">
            <a:spAutoFit/>
          </a:bodyPr>
          <a:lstStyle/>
          <a:p>
            <a:pPr>
              <a:lnSpc>
                <a:spcPct val="110000"/>
              </a:lnSpc>
            </a:pPr>
            <a:r>
              <a:rPr lang="en-IN" sz="1600" b="1" u="sng">
                <a:latin typeface="Smith&amp;NephewLF" panose="020F0500030000020004" pitchFamily="34" charset="0"/>
              </a:rPr>
              <a:t>P</a:t>
            </a:r>
            <a:r>
              <a:rPr lang="en-US" sz="1600" b="1" u="sng">
                <a:latin typeface="Smith&amp;NephewLF" panose="020F0500030000020004" pitchFamily="34" charset="0"/>
              </a:rPr>
              <a:t>lease feel free to add your proposed analysis for the data.</a:t>
            </a:r>
            <a:endParaRPr lang="en-US" sz="1600">
              <a:latin typeface="Smith&amp;NephewLF" panose="020F0500030000020004" pitchFamily="34" charset="0"/>
            </a:endParaRPr>
          </a:p>
        </p:txBody>
      </p:sp>
    </p:spTree>
    <p:extLst>
      <p:ext uri="{BB962C8B-B14F-4D97-AF65-F5344CB8AC3E}">
        <p14:creationId xmlns:p14="http://schemas.microsoft.com/office/powerpoint/2010/main" val="1437208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5514225"/>
      </p:ext>
    </p:extLst>
  </p:cSld>
  <p:clrMapOvr>
    <a:masterClrMapping/>
  </p:clrMapOvr>
</p:sld>
</file>

<file path=ppt/theme/theme1.xml><?xml version="1.0" encoding="utf-8"?>
<a:theme xmlns:a="http://schemas.openxmlformats.org/drawingml/2006/main" name="SN^M200">
  <a:themeElements>
    <a:clrScheme name="S&amp;N 2019 A">
      <a:dk1>
        <a:srgbClr val="404043"/>
      </a:dk1>
      <a:lt1>
        <a:sysClr val="window" lastClr="FFFFFF"/>
      </a:lt1>
      <a:dk2>
        <a:srgbClr val="FF9E18"/>
      </a:dk2>
      <a:lt2>
        <a:srgbClr val="F2D007"/>
      </a:lt2>
      <a:accent1>
        <a:srgbClr val="00729C"/>
      </a:accent1>
      <a:accent2>
        <a:srgbClr val="C31F16"/>
      </a:accent2>
      <a:accent3>
        <a:srgbClr val="B4BC00"/>
      </a:accent3>
      <a:accent4>
        <a:srgbClr val="D774AE"/>
      </a:accent4>
      <a:accent5>
        <a:srgbClr val="78C3ED"/>
      </a:accent5>
      <a:accent6>
        <a:srgbClr val="BF8A5A"/>
      </a:accent6>
      <a:hlink>
        <a:srgbClr val="0563C1"/>
      </a:hlink>
      <a:folHlink>
        <a:srgbClr val="954F72"/>
      </a:folHlink>
    </a:clrScheme>
    <a:fontScheme name="S&amp;N 2019">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35739C"/>
        </a:solidFill>
        <a:ln w="3175">
          <a:solidFill>
            <a:srgbClr val="35739C"/>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SN^M200">
  <a:themeElements>
    <a:clrScheme name="S&amp;N 2019 A">
      <a:dk1>
        <a:srgbClr val="404043"/>
      </a:dk1>
      <a:lt1>
        <a:sysClr val="window" lastClr="FFFFFF"/>
      </a:lt1>
      <a:dk2>
        <a:srgbClr val="FF9E18"/>
      </a:dk2>
      <a:lt2>
        <a:srgbClr val="F2D007"/>
      </a:lt2>
      <a:accent1>
        <a:srgbClr val="00729C"/>
      </a:accent1>
      <a:accent2>
        <a:srgbClr val="C31F16"/>
      </a:accent2>
      <a:accent3>
        <a:srgbClr val="B4BC00"/>
      </a:accent3>
      <a:accent4>
        <a:srgbClr val="D774AE"/>
      </a:accent4>
      <a:accent5>
        <a:srgbClr val="78C3ED"/>
      </a:accent5>
      <a:accent6>
        <a:srgbClr val="BF8A5A"/>
      </a:accent6>
      <a:hlink>
        <a:srgbClr val="0563C1"/>
      </a:hlink>
      <a:folHlink>
        <a:srgbClr val="954F72"/>
      </a:folHlink>
    </a:clrScheme>
    <a:fontScheme name="S&amp;N 2019">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35739C"/>
        </a:solidFill>
        <a:ln w="3175">
          <a:solidFill>
            <a:srgbClr val="35739C"/>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3C55E3F51C46946847B87EA257C2B4F" ma:contentTypeVersion="13" ma:contentTypeDescription="Create a new document." ma:contentTypeScope="" ma:versionID="f0bd898c51ea5b722d1e2c6954be5fe1">
  <xsd:schema xmlns:xsd="http://www.w3.org/2001/XMLSchema" xmlns:xs="http://www.w3.org/2001/XMLSchema" xmlns:p="http://schemas.microsoft.com/office/2006/metadata/properties" xmlns:ns3="6efcbd56-2808-4e57-b734-4e110b05ce42" xmlns:ns4="b451a8f4-42be-4b3c-b8f1-26f86ab73fe7" targetNamespace="http://schemas.microsoft.com/office/2006/metadata/properties" ma:root="true" ma:fieldsID="f9258560d860ee5735f812e55f061097" ns3:_="" ns4:_="">
    <xsd:import namespace="6efcbd56-2808-4e57-b734-4e110b05ce42"/>
    <xsd:import namespace="b451a8f4-42be-4b3c-b8f1-26f86ab73fe7"/>
    <xsd:element name="properties">
      <xsd:complexType>
        <xsd:sequence>
          <xsd:element name="documentManagement">
            <xsd:complexType>
              <xsd:all>
                <xsd:element ref="ns3:MediaServiceMetadata" minOccurs="0"/>
                <xsd:element ref="ns3:MediaServiceFastMetadata" minOccurs="0"/>
                <xsd:element ref="ns3:MediaServiceAutoTags"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efcbd56-2808-4e57-b734-4e110b05ce4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451a8f4-42be-4b3c-b8f1-26f86ab73fe7"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SharingHintHash" ma:index="16"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6B8CE4C-75EC-4C47-BF80-5A6A7A72DA6D}">
  <ds:schemaRefs>
    <ds:schemaRef ds:uri="http://schemas.openxmlformats.org/package/2006/metadata/core-properties"/>
    <ds:schemaRef ds:uri="http://purl.org/dc/terms/"/>
    <ds:schemaRef ds:uri="http://purl.org/dc/elements/1.1/"/>
    <ds:schemaRef ds:uri="http://purl.org/dc/dcmitype/"/>
    <ds:schemaRef ds:uri="http://schemas.microsoft.com/office/2006/metadata/properties"/>
    <ds:schemaRef ds:uri="http://schemas.microsoft.com/office/2006/documentManagement/types"/>
    <ds:schemaRef ds:uri="6efcbd56-2808-4e57-b734-4e110b05ce42"/>
    <ds:schemaRef ds:uri="http://schemas.microsoft.com/office/infopath/2007/PartnerControls"/>
    <ds:schemaRef ds:uri="b451a8f4-42be-4b3c-b8f1-26f86ab73fe7"/>
    <ds:schemaRef ds:uri="http://www.w3.org/XML/1998/namespace"/>
  </ds:schemaRefs>
</ds:datastoreItem>
</file>

<file path=customXml/itemProps2.xml><?xml version="1.0" encoding="utf-8"?>
<ds:datastoreItem xmlns:ds="http://schemas.openxmlformats.org/officeDocument/2006/customXml" ds:itemID="{915233AB-5AF8-4CBE-851A-2BD9E93FA232}">
  <ds:schemaRefs>
    <ds:schemaRef ds:uri="6efcbd56-2808-4e57-b734-4e110b05ce42"/>
    <ds:schemaRef ds:uri="b451a8f4-42be-4b3c-b8f1-26f86ab73fe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9D6C1D4-1686-4037-A51A-F5D349773BDF}">
  <ds:schemaRefs>
    <ds:schemaRef ds:uri="http://schemas.microsoft.com/sharepoint/v3/contenttype/forms"/>
  </ds:schemaRefs>
</ds:datastoreItem>
</file>

<file path=docMetadata/LabelInfo.xml><?xml version="1.0" encoding="utf-8"?>
<clbl:labelList xmlns:clbl="http://schemas.microsoft.com/office/2020/mipLabelMetadata">
  <clbl:label id="{273106dc-2878-42eb-b7c8-069dcf334687}" enabled="0" method="" siteId="{273106dc-2878-42eb-b7c8-069dcf334687}" removed="1"/>
</clbl:labelList>
</file>

<file path=docProps/app.xml><?xml version="1.0" encoding="utf-8"?>
<Properties xmlns="http://schemas.openxmlformats.org/officeDocument/2006/extended-properties" xmlns:vt="http://schemas.openxmlformats.org/officeDocument/2006/docPropsVTypes">
  <Template/>
  <TotalTime>7</TotalTime>
  <Words>939</Words>
  <Application>Microsoft Office PowerPoint</Application>
  <PresentationFormat>Widescreen</PresentationFormat>
  <Paragraphs>67</Paragraphs>
  <Slides>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7</vt:i4>
      </vt:variant>
    </vt:vector>
  </HeadingPairs>
  <TitlesOfParts>
    <vt:vector size="15" baseType="lpstr">
      <vt:lpstr>Arial</vt:lpstr>
      <vt:lpstr>Calibri</vt:lpstr>
      <vt:lpstr>Helvetica</vt:lpstr>
      <vt:lpstr>Segoe UI</vt:lpstr>
      <vt:lpstr>Smith&amp;NephewLF</vt:lpstr>
      <vt:lpstr>Verdana</vt:lpstr>
      <vt:lpstr>SN^M200</vt:lpstr>
      <vt:lpstr>1_SN^M200</vt:lpstr>
      <vt:lpstr>Case Studies: Internship Program </vt:lpstr>
      <vt:lpstr>Instructions on Case Studies</vt:lpstr>
      <vt:lpstr>Case Study 1 – E&amp;O Reporting Data Handling</vt:lpstr>
      <vt:lpstr>Case Study 1 – E&amp;O Reporting Dashboard Preparation</vt:lpstr>
      <vt:lpstr>Case Study 2 – SIOP Reporting Data Handling</vt:lpstr>
      <vt:lpstr>Case Study 2 – SIOP Reporting Dashboard Preparation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dc:title>
  <dc:creator>Ugale, Kunal</dc:creator>
  <cp:lastModifiedBy>Kumar, Ranjeet</cp:lastModifiedBy>
  <cp:revision>61</cp:revision>
  <dcterms:created xsi:type="dcterms:W3CDTF">2020-10-10T12:19:02Z</dcterms:created>
  <dcterms:modified xsi:type="dcterms:W3CDTF">2026-06-09T17:11:55Z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0x010100E3C55E3F51C46946847B87EA257C2B4F</vt:lpwstr>
  </property>
</Properties>
</file>